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1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BF40-F79F-9E82-B203-D3E6FA93F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A761E-D0DA-3AEB-E81F-0756AA8E6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6D2C9-1F7C-E19E-DE48-04406228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58376-A737-37F2-94D1-EA74036B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151D7-1913-7C31-4CA0-17DAACA5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49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1617-6764-D60A-FF13-6FCE9EB7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1164-37D3-9508-C9E6-EAD344D9A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414FE-496F-46FA-1D47-308523DC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CDDA8-BC55-EDB4-9947-3FFFB2A4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CA954-911E-D719-8538-6F37EE32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49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A379-5DE4-D195-73B9-5944BF4B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96D5D-EFEF-E484-84FD-A66B7E1D4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59A8-CA8F-9C65-60B0-7CFD616E5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AF30B-A2DD-E8C6-B154-3D061883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ED774-5012-9864-B158-7FA27E78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89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4931-279F-1770-B279-137ABB6F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E3A0C-59E7-1757-9E84-6FB3F56B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12115-46A4-54BD-6C04-B2B696C5A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A26E2-30C3-654D-C047-80A64488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85DB8-1973-9261-801E-3BFDC7A6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1561F-2950-94DD-2AB7-EA8949ED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293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8034-8D5E-CCC8-1C01-AA34E60E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CB50F-C87D-6A1B-FC48-6A9C2919A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DF460-3846-55F4-A1D3-F102BC44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9F777-AC6F-B441-8297-535C8DB2D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8F88A2-A691-D758-3ED5-829D901CE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2378B-5D88-EDFE-8286-898D3F5D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5DF54B-9752-DC43-3A6A-0BED6145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1ADAA-FF5E-16DA-12C6-925ADFD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780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47C8-E0EF-3C01-ED43-CE645E26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E4745-3CCF-6626-F94A-31C6733C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60265-ECD7-9B9B-F342-005BF74C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6F8F0-F5A5-355D-280E-02F5583A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342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B7FEB-1B00-455E-C1C7-846CD8B1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FD3B7-8EC9-A5E6-A94E-64451A39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99C44-0379-2E75-DD24-5B7EA332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479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23ED-98B1-9A5F-A8CE-A197FD1F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3FA93-45A7-6536-07AB-4625E2869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44943-933F-0719-0C80-9BA23D68A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A5F4D-D7D8-8850-3D57-2B9CE964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A5631-AB50-9212-0FC1-E07EC482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F6E92-7B8D-7CDA-8892-DC406165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518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A95E-2EB1-069A-3874-A1B170C8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4C1B-D5A9-337C-3E7E-5135C6426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058B1-9E09-32F8-1089-CC1047ADC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ABC81-7DE7-AAC1-B4EC-23F7D3F2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A309-99FC-1CDB-2F53-31818CCD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CBF6-129A-5DB3-3C3D-1A7BB89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544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14BA-0102-7389-738E-44A0114B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A6960-0855-C759-A904-5232D73C0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96417-5CC2-F161-E6C8-41199249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0D5C8-877E-6F23-AB4E-339E181B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D22C-DB61-4A7F-61C4-7DE828A2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590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929A6-53B8-138C-FC3E-48F279A47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E80DA-8394-B9F4-A8AD-15B96D972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2FD90-1DD4-AD98-35DB-9BFB8DD1A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8C7BD-B548-6DE7-1177-ADCE35E7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2C93B-AC16-F0FF-0858-4E58D3E8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571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4B816-AC10-2CD2-038C-79EA3E1A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E8276-E44C-9F1F-3721-C8B4AD4AB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95D26-C03A-F8F5-41D3-8CC297275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9321B-E2AB-427D-9D9E-7EB42600D305}" type="datetimeFigureOut">
              <a:rPr lang="LID4096" smtClean="0"/>
              <a:t>03/16/2026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584E-D389-E7CF-A9AF-684AE677C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F36FD-180D-5AE3-7DDC-1579E92CB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8895F-F9A5-4A86-B974-8D435D35CCF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085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2173-2EDB-51F7-05CF-E1E53440C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75DBF-2D6A-340C-76AA-B986C0351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553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906E1-08EB-D130-8350-91338EDB87DC}"/>
              </a:ext>
            </a:extLst>
          </p:cNvPr>
          <p:cNvSpPr txBox="1"/>
          <p:nvPr/>
        </p:nvSpPr>
        <p:spPr>
          <a:xfrm>
            <a:off x="526092" y="1828800"/>
            <a:ext cx="114112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endParaRPr lang="he-IL" sz="2400" b="0" baseline="0" dirty="0"/>
          </a:p>
          <a:p>
            <a:pPr algn="r" rtl="1"/>
            <a:r>
              <a:rPr lang="en-US" sz="2400" b="1" baseline="0" dirty="0"/>
              <a:t>Forwarding</a:t>
            </a:r>
            <a:r>
              <a:rPr lang="he-IL" sz="2400" b="1" baseline="0" dirty="0"/>
              <a:t> </a:t>
            </a:r>
            <a:r>
              <a:rPr lang="he-IL" sz="2400" b="0" baseline="0" dirty="0"/>
              <a:t>הוא מונח שמתמקד בראוטר בודד ובהחלטה שהוא צריך לקבל. הגיעה אליו חבילה, לאן לשלוח אותה?</a:t>
            </a:r>
          </a:p>
          <a:p>
            <a:pPr algn="r" rtl="1"/>
            <a:r>
              <a:rPr lang="en-US" sz="2400" b="1" baseline="0" dirty="0"/>
              <a:t>Routing</a:t>
            </a:r>
            <a:r>
              <a:rPr lang="he-IL" sz="2400" b="1" baseline="0" dirty="0"/>
              <a:t> </a:t>
            </a:r>
            <a:r>
              <a:rPr lang="he-IL" sz="2400" b="0" baseline="0" dirty="0"/>
              <a:t>הוא מונח שמסתכל על הרשת כולה ומחליט מה תהיה הדרך הכי חכמה בין שני מחשבים.</a:t>
            </a:r>
          </a:p>
          <a:p>
            <a:pPr algn="r" rtl="1"/>
            <a:r>
              <a:rPr lang="he-IL" sz="2400" b="1" baseline="0" dirty="0"/>
              <a:t>תהליך ה-</a:t>
            </a:r>
            <a:r>
              <a:rPr lang="en-US" sz="2400" b="1" baseline="0" dirty="0"/>
              <a:t>Routing</a:t>
            </a:r>
            <a:r>
              <a:rPr lang="he-IL" sz="2400" b="1" baseline="0" dirty="0"/>
              <a:t> מכתיב את מדיניות ה-</a:t>
            </a:r>
            <a:r>
              <a:rPr lang="en-US" sz="2400" b="1" baseline="0" dirty="0"/>
              <a:t>Forwarding</a:t>
            </a:r>
            <a:r>
              <a:rPr lang="he-IL" sz="2400" b="1" baseline="0" dirty="0"/>
              <a:t> של כל ראוטר.</a:t>
            </a:r>
          </a:p>
          <a:p>
            <a:pPr algn="r" rtl="1"/>
            <a:endParaRPr lang="he-IL" sz="2400" b="1" baseline="0" dirty="0"/>
          </a:p>
          <a:p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73394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48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Oren Tzadok</cp:lastModifiedBy>
  <cp:revision>1</cp:revision>
  <dcterms:created xsi:type="dcterms:W3CDTF">2026-03-16T18:10:10Z</dcterms:created>
  <dcterms:modified xsi:type="dcterms:W3CDTF">2026-03-18T15:02:09Z</dcterms:modified>
</cp:coreProperties>
</file>