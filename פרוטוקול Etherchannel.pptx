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58" d="100"/>
          <a:sy n="58" d="100"/>
        </p:scale>
        <p:origin x="9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C8C98-BD46-38C0-FE9E-A60F657CC4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0AE86C-4442-17E1-92AA-453BDDA1D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1993C-7491-96F1-5736-0EDF83EE7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949C-EB1C-4346-A858-01F7909EFB93}" type="datetimeFigureOut">
              <a:rPr lang="en-IL" smtClean="0"/>
              <a:t>04/12/2024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534DD-C234-4143-6062-AE32C4625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B3406-C8BA-8386-E6B5-14CB01D36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2C53-4C7A-4932-8336-CF37993443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57905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B7E0B-1391-F923-2DDB-C89719419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25018-CCC6-ABBE-BB63-5C5507030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C3246-E1E0-D649-9532-0E214A1F9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949C-EB1C-4346-A858-01F7909EFB93}" type="datetimeFigureOut">
              <a:rPr lang="en-IL" smtClean="0"/>
              <a:t>04/12/2024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F4CE9-DC4E-77B1-DB2C-22892D4F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B20B0-2293-30C0-9D66-3ED42EF11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2C53-4C7A-4932-8336-CF37993443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72517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02E49-2B75-9713-EB7A-618FBF155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ECB6F-5C8B-4CF2-8AB6-7ABB31DD7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372B8-F4F5-E999-5AA3-0D093B6D7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949C-EB1C-4346-A858-01F7909EFB93}" type="datetimeFigureOut">
              <a:rPr lang="en-IL" smtClean="0"/>
              <a:t>04/12/2024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86658-B0C7-0BB9-9EC0-2F2229453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FFB05-7848-EF13-AEBA-BD4CCF560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2C53-4C7A-4932-8336-CF37993443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14807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2D3C-FCC0-594D-8C0D-F047C12A8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92ED5-00DC-DDD4-6D39-AE47BE457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51EDC3-1F81-0049-0FA6-AB64DB31F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4A63F-B1B6-7402-15B0-AB9A543B3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949C-EB1C-4346-A858-01F7909EFB93}" type="datetimeFigureOut">
              <a:rPr lang="en-IL" smtClean="0"/>
              <a:t>04/12/2024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3B778-F76B-F985-E376-D285B200C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A0971A-5338-1098-8541-E5697B934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2C53-4C7A-4932-8336-CF37993443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62176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8880-7B8B-A322-5081-177C9178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822A-BC50-40D3-2F94-F21F62C2C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0531C-FEDF-133A-CCD3-30EDF8FBA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ABD24C-99C6-5096-0045-E6A6304CC9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F0A4BB-6E3E-3897-ACEE-91BC18DC8C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70DA48-1D1A-4441-7780-B754C2E3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949C-EB1C-4346-A858-01F7909EFB93}" type="datetimeFigureOut">
              <a:rPr lang="en-IL" smtClean="0"/>
              <a:t>04/12/2024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553E8D-6D06-F65B-5F3D-52548B424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C55EF-9508-64A9-51CB-3E5975DC0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2C53-4C7A-4932-8336-CF37993443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2312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7B1DF-455A-D9B8-7F53-D8F4F9476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C19593-77FC-DA66-1A73-7B19B8DB3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949C-EB1C-4346-A858-01F7909EFB93}" type="datetimeFigureOut">
              <a:rPr lang="en-IL" smtClean="0"/>
              <a:t>04/12/2024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77367-4398-F083-E250-705F9A2B3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10A5C-35AC-9A05-A527-8881608F0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2C53-4C7A-4932-8336-CF37993443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65549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BC6246-C2C2-B868-7731-78F56FCB3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949C-EB1C-4346-A858-01F7909EFB93}" type="datetimeFigureOut">
              <a:rPr lang="en-IL" smtClean="0"/>
              <a:t>04/12/2024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3AA246-E742-D3CD-2B39-F8EF0B112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7D65B-F6AC-8E91-C8AE-30A4B3174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2C53-4C7A-4932-8336-CF37993443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74608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26B69-375C-F350-08D0-6C5C8CB4D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1392D-2294-8939-B898-631CDA4E5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4DE26B-B750-946E-909B-0087331BC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AC9F5-BEC7-053E-C2AA-518AF92F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949C-EB1C-4346-A858-01F7909EFB93}" type="datetimeFigureOut">
              <a:rPr lang="en-IL" smtClean="0"/>
              <a:t>04/12/2024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B76B2-3B80-D039-5A03-C9F2D8757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38CFC-49F2-EF4E-05C1-AB272B8CA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2C53-4C7A-4932-8336-CF37993443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1873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321D3-51C0-BD52-DB71-526CD4AD7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A9874A-4DAD-33B6-27DE-5142BE7BCB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982EDC-21D6-5C14-0EA2-20900131B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BBBF36-EFD4-D836-2488-EC2DE930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949C-EB1C-4346-A858-01F7909EFB93}" type="datetimeFigureOut">
              <a:rPr lang="en-IL" smtClean="0"/>
              <a:t>04/12/2024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6CD55-24F9-73A1-5D7B-A5DCF52DB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E829A-0142-9B82-55F9-6FC5C7E57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2C53-4C7A-4932-8336-CF37993443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55464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BA58-009D-FDA7-AF8D-D1223D4AA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E010F-6065-A15F-0351-7161C3025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9361-5767-50D1-B04F-FCA8A4FA2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949C-EB1C-4346-A858-01F7909EFB93}" type="datetimeFigureOut">
              <a:rPr lang="en-IL" smtClean="0"/>
              <a:t>04/12/2024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A2EFD-5574-C2EC-712C-600962922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0A074-C50F-5E6A-FFDD-25EC4DBE1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2C53-4C7A-4932-8336-CF37993443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974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0DB02A-5579-7076-F325-9AE2BE0F5F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47FB95-7998-461B-BF4E-4E222F61B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364F3-9BF3-1D49-F3C6-983A18E24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949C-EB1C-4346-A858-01F7909EFB93}" type="datetimeFigureOut">
              <a:rPr lang="en-IL" smtClean="0"/>
              <a:t>04/12/2024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DDBDB-37B7-9D10-548C-F58746DBC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5D945-D1F1-E66E-DF3C-7ABA080CE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2C53-4C7A-4932-8336-CF37993443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6235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93347-ED00-F482-4536-DB26E5FAB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BFF87-02E9-EEDC-E7E6-33AC0A56D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71188-3365-35C9-D8DA-CF28A50BC2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0949C-EB1C-4346-A858-01F7909EFB93}" type="datetimeFigureOut">
              <a:rPr lang="en-IL" smtClean="0"/>
              <a:t>04/12/2024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47159-B816-B2ED-022C-0C0362B9E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5800F-4B85-08E2-4831-A2124D231A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762C53-4C7A-4932-8336-CF37993443E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45016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F2F15-E067-06B8-32EC-1F99E9908D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1"/>
            <a:r>
              <a:rPr lang="he-IL" dirty="0"/>
              <a:t>פרוטוקול </a:t>
            </a:r>
            <a:r>
              <a:rPr lang="en-US" dirty="0" err="1"/>
              <a:t>Etherchannel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DEF1EB-997F-DA00-32FD-CB09D0E27C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93320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C76AD-763D-DEFA-2B9C-75E6A6A30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Broadcast storm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ECA4F-3556-F235-6D84-311328F70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כאשר יש כמה סויצ'ים ברשת המקומית שמוחוברים אחד לשני תיווצר "סערת ברודקאסט".</a:t>
            </a:r>
          </a:p>
          <a:p>
            <a:pPr algn="r" rtl="1"/>
            <a:r>
              <a:rPr lang="he-IL" dirty="0"/>
              <a:t>המנגנון שאיתו עובד הסויץ' הוא שכאשר מגיע אליו </a:t>
            </a:r>
            <a:r>
              <a:rPr lang="en-US" dirty="0"/>
              <a:t>frame</a:t>
            </a:r>
            <a:r>
              <a:rPr lang="he-IL" dirty="0"/>
              <a:t> עם </a:t>
            </a:r>
            <a:r>
              <a:rPr lang="en-US" dirty="0"/>
              <a:t>mac-address</a:t>
            </a:r>
            <a:r>
              <a:rPr lang="he-IL" dirty="0"/>
              <a:t> של ברודקאסט – </a:t>
            </a:r>
            <a:r>
              <a:rPr lang="en-US" dirty="0" err="1"/>
              <a:t>ffff.ffff.ffff</a:t>
            </a:r>
            <a:r>
              <a:rPr lang="he-IL" dirty="0"/>
              <a:t> הסויץ' מפיץ את ההודעה מכל הפורטים שמחוברים אליו(חוץ מהפורט שממנו קיבל את ההודעה)</a:t>
            </a:r>
          </a:p>
          <a:p>
            <a:pPr algn="r" rtl="1"/>
            <a:r>
              <a:rPr lang="he-IL" dirty="0"/>
              <a:t>כאשר הסויצ'ים האחרים יקבלו את ההודעה הזו גם הם יפיצו את ההודעה מכל הפורטים שלהם, וכך תיווצר לולאה אינסופית של הודעות ברודקאסט, והרשת בסופו של דבר תקרוס.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3294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89539E-37D7-448F-2EF3-DA1756A24F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1943" y="3429000"/>
            <a:ext cx="5934269" cy="298589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EECA12-D758-FFC2-F0C5-80C1F4EF4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1943" y="200177"/>
            <a:ext cx="5934269" cy="311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314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FBC3A-9591-E33A-9A8B-07711390D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431"/>
            <a:ext cx="10515600" cy="631046"/>
          </a:xfrm>
        </p:spPr>
        <p:txBody>
          <a:bodyPr>
            <a:normAutofit fontScale="90000"/>
          </a:bodyPr>
          <a:lstStyle/>
          <a:p>
            <a:pPr algn="ctr" rtl="1"/>
            <a:br>
              <a:rPr lang="he-IL" dirty="0"/>
            </a:br>
            <a:r>
              <a:rPr lang="en-US" dirty="0" err="1"/>
              <a:t>Spaning</a:t>
            </a:r>
            <a:r>
              <a:rPr lang="en-US" dirty="0"/>
              <a:t> Tree Protocol</a:t>
            </a:r>
            <a:br>
              <a:rPr lang="en-US" dirty="0"/>
            </a:b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3D159-0B07-B28D-26C5-062E3504D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14" y="1052574"/>
            <a:ext cx="10605117" cy="5805426"/>
          </a:xfrm>
        </p:spPr>
        <p:txBody>
          <a:bodyPr/>
          <a:lstStyle/>
          <a:p>
            <a:pPr algn="r" rtl="1"/>
            <a:r>
              <a:rPr lang="he-IL" dirty="0"/>
              <a:t>ולכן יצרו פרוטוקול שנקרא </a:t>
            </a:r>
            <a:r>
              <a:rPr lang="en-US" dirty="0"/>
              <a:t>STP</a:t>
            </a:r>
            <a:r>
              <a:rPr lang="he-IL" dirty="0"/>
              <a:t> – </a:t>
            </a:r>
            <a:r>
              <a:rPr lang="en-US" dirty="0" err="1"/>
              <a:t>Spaning</a:t>
            </a:r>
            <a:r>
              <a:rPr lang="en-US" dirty="0"/>
              <a:t> Tree Protocol</a:t>
            </a:r>
          </a:p>
          <a:p>
            <a:pPr algn="r" rtl="1"/>
            <a:r>
              <a:rPr lang="he-IL" dirty="0"/>
              <a:t>הפרוטוקול הזה חוסם את אחד הפורטים באחד הסויצ'ים וכך נמנעת התופעה של </a:t>
            </a:r>
            <a:r>
              <a:rPr lang="en-US" dirty="0"/>
              <a:t>Broadcast Storm</a:t>
            </a:r>
          </a:p>
          <a:p>
            <a:pPr algn="r" rtl="1"/>
            <a:r>
              <a:rPr lang="he-IL" dirty="0"/>
              <a:t>מנגנון ה </a:t>
            </a:r>
            <a:r>
              <a:rPr lang="en-US" dirty="0" err="1"/>
              <a:t>stp</a:t>
            </a:r>
            <a:r>
              <a:rPr lang="he-IL" dirty="0"/>
              <a:t> בוחר איזה פורט לחסום ובאיזה סויץ'.</a:t>
            </a:r>
          </a:p>
          <a:p>
            <a:pPr algn="r" rtl="1"/>
            <a:r>
              <a:rPr lang="he-IL" dirty="0"/>
              <a:t>המנגנון של ה </a:t>
            </a:r>
            <a:r>
              <a:rPr lang="en-US" dirty="0" err="1"/>
              <a:t>stp</a:t>
            </a:r>
            <a:r>
              <a:rPr lang="he-IL" dirty="0"/>
              <a:t> הוא מחוץ לסקופ של הלימוד שלנו.</a:t>
            </a:r>
          </a:p>
          <a:p>
            <a:pPr algn="r" rtl="1"/>
            <a:endParaRPr lang="en-US" dirty="0"/>
          </a:p>
          <a:p>
            <a:pPr algn="r" rtl="1"/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19F0D2-B9FC-759C-C1D9-29D9F3BBD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588" y="3817683"/>
            <a:ext cx="4057143" cy="258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629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128EA-55D9-9309-B751-3387FEA7B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Etherchannel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3F7E6-46BF-0801-D896-A70317092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753"/>
            <a:ext cx="10515600" cy="4687210"/>
          </a:xfrm>
        </p:spPr>
        <p:txBody>
          <a:bodyPr>
            <a:normAutofit fontScale="85000" lnSpcReduction="20000"/>
          </a:bodyPr>
          <a:lstStyle/>
          <a:p>
            <a:pPr algn="r" rtl="1"/>
            <a:r>
              <a:rPr lang="he-IL" dirty="0"/>
              <a:t>אם רוצים להגדיל את הרוחב פס בין שני סויצ'ים ומוסיפים כמה פורטים נוצר מצב של חסימת הפורטים הנוספים בגלל מנגנון ה </a:t>
            </a:r>
            <a:r>
              <a:rPr lang="en-US" dirty="0" err="1"/>
              <a:t>stp</a:t>
            </a:r>
            <a:endParaRPr lang="he-IL" dirty="0"/>
          </a:p>
          <a:p>
            <a:pPr algn="r" rtl="1"/>
            <a:r>
              <a:rPr lang="he-IL" dirty="0"/>
              <a:t>ולכן צריך להגדיר את הפורטים הפיזיים כפורט לוגי אחד</a:t>
            </a:r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r>
              <a:rPr lang="he-IL" dirty="0"/>
              <a:t>הגדרת </a:t>
            </a:r>
            <a:r>
              <a:rPr lang="en-US" dirty="0" err="1"/>
              <a:t>etherchannel</a:t>
            </a:r>
            <a:endParaRPr lang="en-US" dirty="0"/>
          </a:p>
          <a:p>
            <a:pPr algn="r" rtl="1"/>
            <a:r>
              <a:rPr lang="en-US" dirty="0">
                <a:effectLst/>
              </a:rPr>
              <a:t>int range f0/1-3</a:t>
            </a:r>
          </a:p>
          <a:p>
            <a:pPr algn="r" rtl="1"/>
            <a:r>
              <a:rPr lang="en-US" dirty="0">
                <a:effectLst/>
              </a:rPr>
              <a:t>channel-group 1 </a:t>
            </a:r>
            <a:r>
              <a:rPr lang="en-US">
                <a:effectLst/>
              </a:rPr>
              <a:t>mode active</a:t>
            </a:r>
            <a:endParaRPr lang="en-US" dirty="0">
              <a:effectLst/>
            </a:endParaRPr>
          </a:p>
          <a:p>
            <a:pPr algn="r" rtl="1"/>
            <a:r>
              <a:rPr lang="en-US" dirty="0">
                <a:effectLst/>
              </a:rPr>
              <a:t>exit</a:t>
            </a:r>
          </a:p>
          <a:p>
            <a:pPr algn="r" rtl="1"/>
            <a:r>
              <a:rPr lang="en-US" dirty="0">
                <a:effectLst/>
              </a:rPr>
              <a:t>int port-channel 1</a:t>
            </a:r>
          </a:p>
          <a:p>
            <a:pPr algn="r" rtl="1"/>
            <a:r>
              <a:rPr lang="en-US" dirty="0">
                <a:effectLst/>
              </a:rPr>
              <a:t>switchport mode trunk</a:t>
            </a:r>
            <a:r>
              <a:rPr lang="he-IL" dirty="0">
                <a:effectLst/>
              </a:rPr>
              <a:t> – הגדרת הפורט כטרנק כדי להעביר עליו כמה וילנים</a:t>
            </a:r>
            <a:endParaRPr lang="en-US" dirty="0">
              <a:effectLst/>
            </a:endParaRPr>
          </a:p>
          <a:p>
            <a:pPr algn="r" rtl="1"/>
            <a:r>
              <a:rPr lang="en-US" dirty="0">
                <a:effectLst/>
              </a:rPr>
              <a:t>show </a:t>
            </a:r>
            <a:r>
              <a:rPr lang="en-US" dirty="0" err="1">
                <a:effectLst/>
              </a:rPr>
              <a:t>etherchannel</a:t>
            </a:r>
            <a:r>
              <a:rPr lang="en-US" dirty="0">
                <a:effectLst/>
              </a:rPr>
              <a:t> summery</a:t>
            </a:r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marL="0" indent="0" algn="r" rtl="1">
              <a:buNone/>
            </a:pPr>
            <a:endParaRPr lang="he-IL" dirty="0"/>
          </a:p>
          <a:p>
            <a:pPr algn="r" rtl="1"/>
            <a:endParaRPr lang="he-IL" dirty="0"/>
          </a:p>
          <a:p>
            <a:pPr marL="0" indent="0" algn="r" rtl="1">
              <a:buNone/>
            </a:pPr>
            <a:endParaRPr lang="he-IL" dirty="0"/>
          </a:p>
          <a:p>
            <a:pPr algn="r" rtl="1"/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DFC803-A83C-72BE-4C1A-E50EF7C65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919" y="2507797"/>
            <a:ext cx="4388076" cy="161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03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3762C-C882-A62A-74F8-F7D93B7EC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הגדרת </a:t>
            </a:r>
            <a:r>
              <a:rPr lang="en-US" dirty="0" err="1"/>
              <a:t>Etherchannel</a:t>
            </a:r>
            <a:r>
              <a:rPr lang="he-IL" dirty="0"/>
              <a:t> בסויץ' שכבה 3</a:t>
            </a:r>
            <a:endParaRPr lang="en-I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5AFC3E-8763-A4F3-6528-30F55E9B0D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7878" y="1649129"/>
            <a:ext cx="5897367" cy="78109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9C32E9-33A0-AB61-1383-EFB4364C1368}"/>
              </a:ext>
            </a:extLst>
          </p:cNvPr>
          <p:cNvSpPr txBox="1"/>
          <p:nvPr/>
        </p:nvSpPr>
        <p:spPr>
          <a:xfrm>
            <a:off x="2897312" y="2759446"/>
            <a:ext cx="68425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אותם הגדרות כמו בסויץ' רגיל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לאחר שהגדרנו את הפורטים כפורט לוגי אחד אפשר להגדיר אותם בשכבה 3 ע"י הפקודה </a:t>
            </a:r>
            <a:r>
              <a:rPr lang="en-US" dirty="0"/>
              <a:t>no switchport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ואז אפשר לתת להם כתובת </a:t>
            </a:r>
            <a:r>
              <a:rPr lang="en-US" dirty="0" err="1"/>
              <a:t>ip</a:t>
            </a:r>
            <a:endParaRPr lang="en-US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כשפותחים את הטבלה רואים שהפורט הלוגי מוגדיר כשכבה 3 (</a:t>
            </a:r>
            <a:r>
              <a:rPr lang="en-US" dirty="0"/>
              <a:t>R</a:t>
            </a:r>
            <a:r>
              <a:rPr lang="he-IL" dirty="0"/>
              <a:t>)</a:t>
            </a:r>
            <a:endParaRPr lang="en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3DA2AC-5119-8800-C0A8-F6C3CE128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972" y="4750729"/>
            <a:ext cx="5696243" cy="130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128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240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פרוטוקול Etherchannel</vt:lpstr>
      <vt:lpstr>Broadcast storm</vt:lpstr>
      <vt:lpstr>PowerPoint Presentation</vt:lpstr>
      <vt:lpstr> Spaning Tree Protocol </vt:lpstr>
      <vt:lpstr>Etherchannel</vt:lpstr>
      <vt:lpstr>הגדרת Etherchannel בסויץ' שכבה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Oren Tzadok</dc:creator>
  <cp:lastModifiedBy>MAX IT Support</cp:lastModifiedBy>
  <cp:revision>8</cp:revision>
  <dcterms:created xsi:type="dcterms:W3CDTF">2024-07-14T11:19:23Z</dcterms:created>
  <dcterms:modified xsi:type="dcterms:W3CDTF">2024-12-04T18:01:19Z</dcterms:modified>
</cp:coreProperties>
</file>