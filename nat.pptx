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14A2A1-64F8-487B-ABFA-241D0F39E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F8F4665-226E-4FA6-A627-A0F988FD4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431CF3A-1EE6-4155-AAF6-E3F0D4F5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44BEEC3-1169-4EA6-A75E-3CDD3DF0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B33DBA2-2298-4992-B4A0-3F09F9EB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399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6FC7F6-090B-4616-8717-9F95B6F0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D7E02EE-ED1D-40D5-8AD4-E4535FB32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94E1B9B-65B8-4B03-BB3A-95655E60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E2FA087-B928-40CF-AEED-209AE71B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9E2C9FF-19B6-4473-84D5-8518C1E0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911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44EF5D6-E38B-4780-86B9-436162E82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6C6F717-6304-4198-998A-256A5CFF3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A9575E2-C94F-4D96-A146-6EFC2F84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6875226-8AD9-4BCE-80B2-C278C2CD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8708F0-2E0F-4283-A7A9-4521C213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703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8EBC1A-F8C8-4027-ABFC-8A954D772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2F697B6-7EEC-4994-83AA-902A73493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80E2BA6-86FE-4A1A-AB5F-02E37D85E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8114CD9-AC11-49EA-8372-7A4C4475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459E311-AC94-490F-8B9B-642780763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0BE235B-8E6B-48A2-BBD0-DDF9817E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58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CBAF49-FDD2-4040-8E1B-12F826547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EE586EC-37C5-4499-8E9A-628FA65FC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41FA983-47FC-494A-81E3-C9179E79C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4538A5C-2AA0-478C-98CF-933B4875B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D325C6F-C094-4F55-B8F1-66D43127F5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17EB202-42EF-44F9-9A4C-A1F627C8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9372E70-E442-40F8-B02C-54551669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2C78FA4-74EF-4A55-9EA0-87C96494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405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9C4257-967D-4FE9-866F-1791F4D4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362AD54-D1A8-4DA6-B856-914606C5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F3A03E8-967F-4714-A1BD-6E95DA0E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B0B9903-891C-485E-BD95-C570C4B76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577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11D025E-0F59-4C53-B6CC-30A5BAEF0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AC74CEF-A108-45B7-80EB-3071D2AB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AFDD06C-ACAA-47A2-8A86-1DA5799F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53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849D70-8946-466C-B72A-82C8B7522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37E2F0A-B747-4219-88C9-0D7104E15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89E9E6D-026A-4B44-8B0E-4FAD692F7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5F47764-99EF-459E-A6FF-6CCB6DCA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D8A0C56-7C7A-450C-A1A1-14F25D25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2FBF531-AE65-447D-90C1-00CD3127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7289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4686A7-8046-4B78-9F80-AC59325A5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3D15F2D-9051-45AD-ACC8-8966497B4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D685CE9-C156-4ACD-BC71-A052F076F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A2B0DA1-0636-42A3-AEA7-147DC3B5C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A2409C3-637B-4905-ABD2-1FA3DA47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5F7222D-FFC6-4CB0-9294-771FF817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347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462A22D-DA92-4E5A-8706-626E0DCC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B296A9B-4654-4438-89E8-D0ABBAB12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71E33E7-4EDB-49DD-809E-6E8F36164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E2888F5-9007-4901-ACDD-8D81237D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11F7A5B-D1C7-4404-84A8-6DA881D4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85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F87D4E0-A191-4A24-B3A6-F1E303A84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F3479BE-9F11-4D6D-BE55-49F860545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92A4BE-3B53-45BA-B757-9760655E3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7290E77-C19F-4C40-8B21-2B11519F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763B0EF-A567-4DF8-AFA3-3E9E3A5D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515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F487F72-C060-45FC-A680-94638AA3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876BAC7-6017-469C-8FDE-A91A3D5BC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7A7B5CF-C03E-4FA7-861D-321F5A621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AFA05-BAD6-4C99-8DED-B07D89B9FF3C}" type="datetimeFigureOut">
              <a:rPr lang="he-IL" smtClean="0"/>
              <a:t>ב'/אב/תשפ"ה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3C73E6-FA6E-4521-9825-B1E36E0A1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D1C5645-B9BB-4590-B70D-8F195F6F7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9BA16-0993-47DF-93A8-20C5FD50321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6089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365779-6597-4CDB-A09E-CB2FF3ABAED1}"/>
              </a:ext>
            </a:extLst>
          </p:cNvPr>
          <p:cNvSpPr txBox="1"/>
          <p:nvPr/>
        </p:nvSpPr>
        <p:spPr>
          <a:xfrm>
            <a:off x="3544478" y="1423447"/>
            <a:ext cx="6325386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600" b="1" dirty="0"/>
              <a:t>NAT</a:t>
            </a:r>
            <a:endParaRPr lang="he-IL" sz="3600" b="1" dirty="0"/>
          </a:p>
          <a:p>
            <a:pPr algn="ctr"/>
            <a:r>
              <a:rPr lang="en-US" sz="3600" b="1" dirty="0"/>
              <a:t>Network </a:t>
            </a:r>
            <a:r>
              <a:rPr lang="en-US" sz="3600" b="1" dirty="0" err="1"/>
              <a:t>Adress</a:t>
            </a:r>
            <a:r>
              <a:rPr lang="en-US" sz="3600" b="1" dirty="0"/>
              <a:t> </a:t>
            </a:r>
            <a:r>
              <a:rPr lang="en-US" sz="3600" b="1" dirty="0" err="1"/>
              <a:t>Tranlation</a:t>
            </a:r>
            <a:endParaRPr lang="he-IL" sz="3600" b="1" dirty="0"/>
          </a:p>
        </p:txBody>
      </p:sp>
    </p:spTree>
    <p:extLst>
      <p:ext uri="{BB962C8B-B14F-4D97-AF65-F5344CB8AC3E}">
        <p14:creationId xmlns:p14="http://schemas.microsoft.com/office/powerpoint/2010/main" val="6357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36C0CE-F91F-4341-B582-2CEE071EDED0}"/>
              </a:ext>
            </a:extLst>
          </p:cNvPr>
          <p:cNvSpPr txBox="1"/>
          <p:nvPr/>
        </p:nvSpPr>
        <p:spPr>
          <a:xfrm>
            <a:off x="4553146" y="2187019"/>
            <a:ext cx="4421172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כדי להתמודד עם המחסור בכתובות </a:t>
            </a:r>
            <a:r>
              <a:rPr lang="en-US" dirty="0"/>
              <a:t>IP</a:t>
            </a:r>
            <a:r>
              <a:rPr lang="he-IL" dirty="0"/>
              <a:t> השתמשו בכמה פתרונות</a:t>
            </a:r>
          </a:p>
          <a:p>
            <a:r>
              <a:rPr lang="en-US" dirty="0"/>
              <a:t>CIDR</a:t>
            </a:r>
            <a:r>
              <a:rPr lang="he-IL" dirty="0"/>
              <a:t> </a:t>
            </a:r>
            <a:r>
              <a:rPr lang="he-IL" dirty="0" err="1"/>
              <a:t>סבנטים</a:t>
            </a:r>
            <a:endParaRPr lang="he-IL" dirty="0"/>
          </a:p>
          <a:p>
            <a:r>
              <a:rPr lang="he-IL" dirty="0"/>
              <a:t>כתובות פרטיות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9028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7D07C-F0D9-4E60-B4A1-89BDA058083A}"/>
              </a:ext>
            </a:extLst>
          </p:cNvPr>
          <p:cNvSpPr txBox="1"/>
          <p:nvPr/>
        </p:nvSpPr>
        <p:spPr>
          <a:xfrm>
            <a:off x="4100660" y="1706252"/>
            <a:ext cx="5495827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כתובות פרטיות</a:t>
            </a:r>
          </a:p>
          <a:p>
            <a:r>
              <a:rPr lang="he-IL" b="1" dirty="0"/>
              <a:t>10.0.0.0/8</a:t>
            </a:r>
            <a:r>
              <a:rPr lang="he-IL" dirty="0"/>
              <a:t> 10.0.0.0-10.255.255.255</a:t>
            </a:r>
          </a:p>
          <a:p>
            <a:r>
              <a:rPr lang="he-IL" b="1" dirty="0"/>
              <a:t>172.16.0.0/12</a:t>
            </a:r>
            <a:r>
              <a:rPr lang="he-IL" dirty="0"/>
              <a:t> 172.16.0.0-172.31.255.255</a:t>
            </a:r>
          </a:p>
          <a:p>
            <a:r>
              <a:rPr lang="he-IL" b="1" dirty="0"/>
              <a:t>192.168.0.0/16</a:t>
            </a:r>
            <a:r>
              <a:rPr lang="he-IL" dirty="0"/>
              <a:t> 192.168.0.0-192.168.255.255</a:t>
            </a:r>
          </a:p>
          <a:p>
            <a:r>
              <a:rPr lang="he-IL" dirty="0"/>
              <a:t>עם כתובות פרטיות א"א להתחבר לאינטרנט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06369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DC7F1A18-F49E-4DCD-89D2-B36B48AEE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762" y="1187777"/>
            <a:ext cx="7610475" cy="36481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8DFB19-F4B0-4C35-8612-DD31EC38D310}"/>
              </a:ext>
            </a:extLst>
          </p:cNvPr>
          <p:cNvSpPr txBox="1"/>
          <p:nvPr/>
        </p:nvSpPr>
        <p:spPr>
          <a:xfrm>
            <a:off x="4977353" y="575035"/>
            <a:ext cx="256409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Static </a:t>
            </a:r>
            <a:r>
              <a:rPr lang="en-US" dirty="0" err="1"/>
              <a:t>nat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0329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C847A5-B9BC-4D75-B4F1-57C05348F79D}"/>
              </a:ext>
            </a:extLst>
          </p:cNvPr>
          <p:cNvSpPr txBox="1"/>
          <p:nvPr/>
        </p:nvSpPr>
        <p:spPr>
          <a:xfrm>
            <a:off x="3648173" y="1819373"/>
            <a:ext cx="558066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Inside local</a:t>
            </a:r>
            <a:r>
              <a:rPr lang="he-IL" dirty="0"/>
              <a:t> – הכתובת הפרטית של הרכיב בתוך הרשת הלוקאלית</a:t>
            </a:r>
            <a:endParaRPr lang="en-US" dirty="0"/>
          </a:p>
          <a:p>
            <a:r>
              <a:rPr lang="en-US" dirty="0"/>
              <a:t>Inside global</a:t>
            </a:r>
            <a:r>
              <a:rPr lang="he-IL" dirty="0"/>
              <a:t> - הכתובת הציבורית של הרכיב בתוך הרשת הלוקאלית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8E023-7C67-42AE-9413-4AA34B2405CD}"/>
              </a:ext>
            </a:extLst>
          </p:cNvPr>
          <p:cNvSpPr txBox="1"/>
          <p:nvPr/>
        </p:nvSpPr>
        <p:spPr>
          <a:xfrm>
            <a:off x="3648173" y="3609975"/>
            <a:ext cx="5580668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outside local</a:t>
            </a:r>
            <a:r>
              <a:rPr lang="he-IL" dirty="0"/>
              <a:t> – הכתובת הפרטית של הרכיב מחוץ לרשת הלוקאלית</a:t>
            </a:r>
            <a:endParaRPr lang="en-US" dirty="0"/>
          </a:p>
          <a:p>
            <a:r>
              <a:rPr lang="en-US" dirty="0"/>
              <a:t>outside global</a:t>
            </a:r>
            <a:r>
              <a:rPr lang="he-IL" dirty="0"/>
              <a:t> - הכתובת הציבורית של הרכיב מחוץ לרשת הלוקאלית</a:t>
            </a:r>
          </a:p>
        </p:txBody>
      </p:sp>
    </p:spTree>
    <p:extLst>
      <p:ext uri="{BB962C8B-B14F-4D97-AF65-F5344CB8AC3E}">
        <p14:creationId xmlns:p14="http://schemas.microsoft.com/office/powerpoint/2010/main" val="8254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75B155-D0AF-4E84-98FB-7396699920A3}"/>
              </a:ext>
            </a:extLst>
          </p:cNvPr>
          <p:cNvSpPr txBox="1"/>
          <p:nvPr/>
        </p:nvSpPr>
        <p:spPr>
          <a:xfrm>
            <a:off x="3271101" y="1498862"/>
            <a:ext cx="406295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Dynamic </a:t>
            </a:r>
            <a:r>
              <a:rPr lang="en-US" dirty="0" err="1"/>
              <a:t>nat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F26C0-1F75-42E1-954B-28414871A089}"/>
              </a:ext>
            </a:extLst>
          </p:cNvPr>
          <p:cNvSpPr txBox="1"/>
          <p:nvPr/>
        </p:nvSpPr>
        <p:spPr>
          <a:xfrm>
            <a:off x="3912124" y="2865748"/>
            <a:ext cx="5071620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err="1"/>
              <a:t>לראוטר</a:t>
            </a:r>
            <a:r>
              <a:rPr lang="he-IL" dirty="0"/>
              <a:t> יש </a:t>
            </a:r>
            <a:r>
              <a:rPr lang="en-US" dirty="0"/>
              <a:t>POOL</a:t>
            </a:r>
            <a:r>
              <a:rPr lang="he-IL" dirty="0"/>
              <a:t> של כתובות וממנו הוא לוקח כתובת ציבורית</a:t>
            </a:r>
          </a:p>
          <a:p>
            <a:r>
              <a:rPr lang="he-IL" dirty="0"/>
              <a:t>צריך </a:t>
            </a:r>
            <a:r>
              <a:rPr lang="en-US" dirty="0"/>
              <a:t>ACL</a:t>
            </a:r>
            <a:r>
              <a:rPr lang="he-IL" dirty="0"/>
              <a:t> כדי להגדיר איזו כתובת פרטית מתורגמת </a:t>
            </a:r>
          </a:p>
          <a:p>
            <a:r>
              <a:rPr lang="he-IL" dirty="0"/>
              <a:t>ה </a:t>
            </a:r>
            <a:r>
              <a:rPr lang="en-US" dirty="0"/>
              <a:t>ACL</a:t>
            </a:r>
            <a:r>
              <a:rPr lang="he-IL" dirty="0"/>
              <a:t> במקרה הזה לא חוסם כתובות אלא רק מציין </a:t>
            </a:r>
            <a:r>
              <a:rPr lang="he-IL" dirty="0" err="1"/>
              <a:t>לראוטר</a:t>
            </a:r>
            <a:r>
              <a:rPr lang="he-IL" dirty="0"/>
              <a:t> איזו כתובת פרטית צריכה להיות מתורגמת.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8154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A0D204-842E-4FD6-AB92-EB0E3ABD3F61}"/>
              </a:ext>
            </a:extLst>
          </p:cNvPr>
          <p:cNvSpPr txBox="1"/>
          <p:nvPr/>
        </p:nvSpPr>
        <p:spPr>
          <a:xfrm>
            <a:off x="10388338" y="1932495"/>
            <a:ext cx="1649691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dirty="0"/>
              <a:t>ACL 1</a:t>
            </a:r>
          </a:p>
          <a:p>
            <a:pPr algn="ctr" rtl="0"/>
            <a:r>
              <a:rPr lang="en-US" dirty="0"/>
              <a:t>Permit 192.168.0.0/24</a:t>
            </a:r>
          </a:p>
          <a:p>
            <a:pPr algn="ctr" rtl="0"/>
            <a:r>
              <a:rPr lang="en-US" dirty="0"/>
              <a:t>Deny any</a:t>
            </a:r>
            <a:endParaRPr lang="he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3A781-E953-4F5D-8D9F-B25ECE1A183D}"/>
              </a:ext>
            </a:extLst>
          </p:cNvPr>
          <p:cNvSpPr txBox="1"/>
          <p:nvPr/>
        </p:nvSpPr>
        <p:spPr>
          <a:xfrm>
            <a:off x="9483366" y="3725177"/>
            <a:ext cx="255466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Pool 1</a:t>
            </a:r>
          </a:p>
          <a:p>
            <a:r>
              <a:rPr lang="en-US" dirty="0"/>
              <a:t>100.0.0.1-100.0.0.10</a:t>
            </a:r>
            <a:endParaRPr lang="he-IL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007FBBE-2856-49B9-A882-02C9169EE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313" y="1894573"/>
            <a:ext cx="7610475" cy="3582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8569B7-A784-4F11-9BA8-57910DD7ECDA}"/>
              </a:ext>
            </a:extLst>
          </p:cNvPr>
          <p:cNvSpPr txBox="1"/>
          <p:nvPr/>
        </p:nvSpPr>
        <p:spPr>
          <a:xfrm>
            <a:off x="2903456" y="895547"/>
            <a:ext cx="406295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Dynamic </a:t>
            </a:r>
            <a:r>
              <a:rPr lang="en-US" dirty="0" err="1"/>
              <a:t>nat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08858-09C4-49E8-B2BF-CF4DF0FC2D25}"/>
              </a:ext>
            </a:extLst>
          </p:cNvPr>
          <p:cNvSpPr txBox="1"/>
          <p:nvPr/>
        </p:nvSpPr>
        <p:spPr>
          <a:xfrm>
            <a:off x="6457361" y="5153806"/>
            <a:ext cx="5128181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אם יש יותר </a:t>
            </a:r>
            <a:r>
              <a:rPr lang="he-IL" dirty="0" err="1"/>
              <a:t>הוסטים</a:t>
            </a:r>
            <a:r>
              <a:rPr lang="he-IL" dirty="0"/>
              <a:t> מהכתובות שיש לי ב </a:t>
            </a:r>
            <a:r>
              <a:rPr lang="en-US" dirty="0"/>
              <a:t>POOL</a:t>
            </a:r>
            <a:r>
              <a:rPr lang="he-IL" dirty="0"/>
              <a:t> </a:t>
            </a:r>
          </a:p>
          <a:p>
            <a:r>
              <a:rPr lang="he-IL" dirty="0"/>
              <a:t>אין אפשרות להמשיך בתהליך של ה </a:t>
            </a:r>
            <a:r>
              <a:rPr lang="en-US" dirty="0"/>
              <a:t>NAT</a:t>
            </a:r>
            <a:endParaRPr lang="he-IL" dirty="0"/>
          </a:p>
          <a:p>
            <a:r>
              <a:rPr lang="he-IL" dirty="0" err="1"/>
              <a:t>הראוטר</a:t>
            </a:r>
            <a:r>
              <a:rPr lang="he-IL" dirty="0"/>
              <a:t> יזרוק את </a:t>
            </a:r>
            <a:r>
              <a:rPr lang="he-IL" dirty="0" err="1"/>
              <a:t>הפקטה</a:t>
            </a:r>
            <a:r>
              <a:rPr lang="he-I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2648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5FDAE-B628-46E2-BF9D-05E15375CD68}"/>
              </a:ext>
            </a:extLst>
          </p:cNvPr>
          <p:cNvSpPr txBox="1"/>
          <p:nvPr/>
        </p:nvSpPr>
        <p:spPr>
          <a:xfrm>
            <a:off x="5458120" y="921149"/>
            <a:ext cx="38084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800" b="1" dirty="0"/>
              <a:t>PAT</a:t>
            </a:r>
            <a:endParaRPr lang="he-IL" sz="2800" b="1" dirty="0"/>
          </a:p>
          <a:p>
            <a:pPr algn="ctr"/>
            <a:r>
              <a:rPr lang="en-US" sz="2800" b="1" dirty="0"/>
              <a:t>Port </a:t>
            </a:r>
            <a:r>
              <a:rPr lang="en-US" sz="2800" b="1" dirty="0" err="1"/>
              <a:t>Adress</a:t>
            </a:r>
            <a:r>
              <a:rPr lang="en-US" sz="2800" b="1" dirty="0"/>
              <a:t> Translation</a:t>
            </a:r>
            <a:endParaRPr lang="he-IL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2B20F-87D2-4D59-95FF-5014FDE8B113}"/>
              </a:ext>
            </a:extLst>
          </p:cNvPr>
          <p:cNvSpPr txBox="1"/>
          <p:nvPr/>
        </p:nvSpPr>
        <p:spPr>
          <a:xfrm>
            <a:off x="4468305" y="1897603"/>
            <a:ext cx="5788058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התהליך של ה </a:t>
            </a:r>
            <a:r>
              <a:rPr lang="en-US" dirty="0"/>
              <a:t>NAT</a:t>
            </a:r>
            <a:r>
              <a:rPr lang="he-IL" dirty="0"/>
              <a:t> נעשה עם כתובת ציבורית אחת והצמדה של מס' הפורט.</a:t>
            </a:r>
          </a:p>
          <a:p>
            <a:r>
              <a:rPr lang="he-IL" dirty="0"/>
              <a:t>יש 65,535 פורטים כך שהתהליך הוא בלתי מוגבל.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F5077974-AFDD-4B97-8653-6C2BC9122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70" y="2775553"/>
            <a:ext cx="8564398" cy="3714750"/>
          </a:xfrm>
          <a:prstGeom prst="rect">
            <a:avLst/>
          </a:prstGeom>
        </p:spPr>
      </p:pic>
      <p:sp>
        <p:nvSpPr>
          <p:cNvPr id="8" name="מלבן 7">
            <a:extLst>
              <a:ext uri="{FF2B5EF4-FFF2-40B4-BE49-F238E27FC236}">
                <a16:creationId xmlns:a16="http://schemas.microsoft.com/office/drawing/2014/main" id="{8371FC7F-7F99-488E-ABB1-7C3EC2ED1B87}"/>
              </a:ext>
            </a:extLst>
          </p:cNvPr>
          <p:cNvSpPr/>
          <p:nvPr/>
        </p:nvSpPr>
        <p:spPr>
          <a:xfrm>
            <a:off x="4885516" y="3150316"/>
            <a:ext cx="829559" cy="3327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G0/1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55724E7A-C9E1-414E-BC19-ADD92A630A82}"/>
              </a:ext>
            </a:extLst>
          </p:cNvPr>
          <p:cNvSpPr/>
          <p:nvPr/>
        </p:nvSpPr>
        <p:spPr>
          <a:xfrm>
            <a:off x="4355184" y="4040745"/>
            <a:ext cx="829559" cy="3327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G0/0</a:t>
            </a:r>
            <a:endParaRPr lang="he-I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563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8B5F43-0F01-4B1E-B85D-9DA6A602DF3A}"/>
              </a:ext>
            </a:extLst>
          </p:cNvPr>
          <p:cNvSpPr txBox="1"/>
          <p:nvPr/>
        </p:nvSpPr>
        <p:spPr>
          <a:xfrm>
            <a:off x="3167406" y="4468305"/>
            <a:ext cx="433633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Show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err="1"/>
              <a:t>nat</a:t>
            </a:r>
            <a:r>
              <a:rPr lang="en-US" dirty="0"/>
              <a:t> translations</a:t>
            </a:r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6E9D2-48F3-4047-84CA-76A7E83C1F77}"/>
              </a:ext>
            </a:extLst>
          </p:cNvPr>
          <p:cNvSpPr txBox="1"/>
          <p:nvPr/>
        </p:nvSpPr>
        <p:spPr>
          <a:xfrm>
            <a:off x="263952" y="705177"/>
            <a:ext cx="5109326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2:</a:t>
            </a:r>
          </a:p>
          <a:p>
            <a:pPr algn="l" rtl="0"/>
            <a:r>
              <a:rPr lang="en-US" dirty="0"/>
              <a:t>Int g0/0</a:t>
            </a:r>
          </a:p>
          <a:p>
            <a:pPr algn="l" rtl="0"/>
            <a:r>
              <a:rPr lang="en-US" dirty="0"/>
              <a:t>Ip </a:t>
            </a:r>
            <a:r>
              <a:rPr lang="en-US" dirty="0" err="1"/>
              <a:t>nat</a:t>
            </a:r>
            <a:r>
              <a:rPr lang="en-US" dirty="0"/>
              <a:t> inside</a:t>
            </a:r>
          </a:p>
          <a:p>
            <a:pPr algn="l" rtl="0"/>
            <a:r>
              <a:rPr lang="en-US" dirty="0"/>
              <a:t>Int g0/1</a:t>
            </a:r>
          </a:p>
          <a:p>
            <a:pPr algn="l" rtl="0"/>
            <a:r>
              <a:rPr lang="en-US" dirty="0"/>
              <a:t>Ip </a:t>
            </a:r>
            <a:r>
              <a:rPr lang="en-US" dirty="0" err="1"/>
              <a:t>nat</a:t>
            </a:r>
            <a:r>
              <a:rPr lang="en-US" dirty="0"/>
              <a:t> outside</a:t>
            </a:r>
          </a:p>
          <a:p>
            <a:pPr algn="l" rtl="0"/>
            <a:r>
              <a:rPr lang="en-US" dirty="0"/>
              <a:t>Exit</a:t>
            </a:r>
          </a:p>
          <a:p>
            <a:pPr algn="l" rtl="0"/>
            <a:r>
              <a:rPr lang="en-US" dirty="0"/>
              <a:t>Access-list 1 permit 192.168.0.0 0.0.0.255</a:t>
            </a:r>
          </a:p>
          <a:p>
            <a:pPr algn="l" rtl="0"/>
            <a:endParaRPr lang="he-IL" dirty="0"/>
          </a:p>
          <a:p>
            <a:pPr algn="l" rtl="0"/>
            <a:r>
              <a:rPr lang="en-US" dirty="0"/>
              <a:t>Ip </a:t>
            </a:r>
            <a:r>
              <a:rPr lang="en-US" dirty="0" err="1"/>
              <a:t>nat</a:t>
            </a:r>
            <a:r>
              <a:rPr lang="en-US" dirty="0"/>
              <a:t> inside source list 1 interface g0/0 overload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1660693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204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IMOE001</dc:creator>
  <cp:lastModifiedBy>Oren Tzadok</cp:lastModifiedBy>
  <cp:revision>18</cp:revision>
  <dcterms:created xsi:type="dcterms:W3CDTF">2023-05-08T16:48:27Z</dcterms:created>
  <dcterms:modified xsi:type="dcterms:W3CDTF">2025-07-27T17:48:36Z</dcterms:modified>
</cp:coreProperties>
</file>