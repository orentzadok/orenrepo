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0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34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5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11/6/2025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1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96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54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2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7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78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5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76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0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27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1" name="Picture 20" descr="White spheres in a blurry effect">
            <a:extLst>
              <a:ext uri="{FF2B5EF4-FFF2-40B4-BE49-F238E27FC236}">
                <a16:creationId xmlns:a16="http://schemas.microsoft.com/office/drawing/2014/main" id="{F81574BE-92CE-D71D-D66E-6E107139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06" r="-1" b="1786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E1EC1-1BF2-B12F-826A-995FD59A4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3125338"/>
          </a:xfrm>
        </p:spPr>
        <p:txBody>
          <a:bodyPr anchor="b">
            <a:normAutofit/>
          </a:bodyPr>
          <a:lstStyle/>
          <a:p>
            <a:pPr algn="ctr"/>
            <a:r>
              <a:rPr lang="he-IL" sz="7200" dirty="0"/>
              <a:t>שרתים</a:t>
            </a:r>
            <a:endParaRPr lang="en-IL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CAADB-29EC-BE2E-8D38-14B3F9B21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4471607"/>
            <a:ext cx="6953250" cy="862394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Web, </a:t>
            </a:r>
            <a:r>
              <a:rPr lang="en-US" dirty="0" err="1"/>
              <a:t>dns</a:t>
            </a:r>
            <a:r>
              <a:rPr lang="en-US" dirty="0"/>
              <a:t>, </a:t>
            </a:r>
            <a:r>
              <a:rPr lang="en-US" dirty="0" err="1"/>
              <a:t>dhcp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2056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227B-BFD5-B8B3-AB20-63C34CFA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D2312A-D449-C4BA-48FA-11784B285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2508930"/>
            <a:ext cx="3814090" cy="3651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9688EA-7A46-6710-375C-96127D8FB690}"/>
              </a:ext>
            </a:extLst>
          </p:cNvPr>
          <p:cNvSpPr txBox="1"/>
          <p:nvPr/>
        </p:nvSpPr>
        <p:spPr>
          <a:xfrm>
            <a:off x="6984539" y="2862943"/>
            <a:ext cx="381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1. נתינת כתובת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he-IL" dirty="0"/>
              <a:t> כמו מחשב רגיל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358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3B49-24BA-3704-7A6D-9D2FAC11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1"/>
            <a:ext cx="8770571" cy="700780"/>
          </a:xfrm>
        </p:spPr>
        <p:txBody>
          <a:bodyPr>
            <a:normAutofit fontScale="90000"/>
          </a:bodyPr>
          <a:lstStyle/>
          <a:p>
            <a:r>
              <a:rPr lang="en-US" dirty="0"/>
              <a:t>Web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52AA12-9EB1-1B8F-F1F4-F158CBE85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" y="2345644"/>
            <a:ext cx="4985657" cy="451235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546788-5805-0F96-607A-FDF918CD5D18}"/>
              </a:ext>
            </a:extLst>
          </p:cNvPr>
          <p:cNvSpPr txBox="1"/>
          <p:nvPr/>
        </p:nvSpPr>
        <p:spPr>
          <a:xfrm>
            <a:off x="6019801" y="2775857"/>
            <a:ext cx="4767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2. בטאב </a:t>
            </a:r>
            <a:r>
              <a:rPr lang="en-US" dirty="0"/>
              <a:t>services</a:t>
            </a:r>
            <a:r>
              <a:rPr lang="he-IL" dirty="0"/>
              <a:t> </a:t>
            </a:r>
            <a:r>
              <a:rPr lang="en-US" dirty="0"/>
              <a:t>  </a:t>
            </a:r>
            <a:r>
              <a:rPr lang="he-IL" dirty="0"/>
              <a:t>הדלקת שירות </a:t>
            </a:r>
            <a:r>
              <a:rPr lang="en-US" dirty="0"/>
              <a:t> http </a:t>
            </a:r>
            <a:r>
              <a:rPr lang="he-IL" dirty="0"/>
              <a:t>ו </a:t>
            </a:r>
            <a:r>
              <a:rPr lang="en-US" dirty="0"/>
              <a:t>https</a:t>
            </a:r>
          </a:p>
          <a:p>
            <a:pPr algn="r" rtl="1"/>
            <a:r>
              <a:rPr lang="he-IL" dirty="0"/>
              <a:t>ניתן להחליט ש </a:t>
            </a:r>
            <a:r>
              <a:rPr lang="en-US" dirty="0"/>
              <a:t>http</a:t>
            </a:r>
            <a:r>
              <a:rPr lang="he-IL" dirty="0"/>
              <a:t> יכובה ו </a:t>
            </a:r>
            <a:r>
              <a:rPr lang="en-US" dirty="0"/>
              <a:t>https</a:t>
            </a:r>
            <a:r>
              <a:rPr lang="he-IL" dirty="0"/>
              <a:t> יהיה דלוק</a:t>
            </a:r>
          </a:p>
          <a:p>
            <a:pPr algn="r" rtl="1"/>
            <a:r>
              <a:rPr lang="he-IL" dirty="0"/>
              <a:t>3. הדף שיוצג כשנתחבר לכתובת </a:t>
            </a:r>
            <a:r>
              <a:rPr lang="en-US" dirty="0" err="1"/>
              <a:t>ip</a:t>
            </a:r>
            <a:r>
              <a:rPr lang="he-IL" dirty="0"/>
              <a:t> של השרת הוא </a:t>
            </a:r>
            <a:r>
              <a:rPr lang="en-US" dirty="0"/>
              <a:t>index.html</a:t>
            </a:r>
            <a:r>
              <a:rPr lang="he-IL" dirty="0"/>
              <a:t> – ניתן לערוך אותו ע"י לחיצה על </a:t>
            </a:r>
            <a:r>
              <a:rPr lang="en-US" dirty="0"/>
              <a:t>edit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841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C269-CEAD-AC66-12A6-932CA6C3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2979B6-E82E-728D-7F34-DA6723D3F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105" y="2225902"/>
            <a:ext cx="3814090" cy="365125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1B2371-8074-3AB9-376D-49886AB9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72" y="2279284"/>
            <a:ext cx="3722913" cy="3563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5CBEC8-5AC9-1BA8-C3C7-5CCE5B51537F}"/>
              </a:ext>
            </a:extLst>
          </p:cNvPr>
          <p:cNvSpPr txBox="1"/>
          <p:nvPr/>
        </p:nvSpPr>
        <p:spPr>
          <a:xfrm>
            <a:off x="9579430" y="3102429"/>
            <a:ext cx="20461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ניתן להתחבר לאתר אינטרנט ע"י כניסה באחד המחשבים ל </a:t>
            </a:r>
            <a:r>
              <a:rPr lang="en-US" dirty="0"/>
              <a:t>web browser</a:t>
            </a:r>
            <a:r>
              <a:rPr lang="he-IL" dirty="0"/>
              <a:t>  וכתיבת כתובת ה </a:t>
            </a:r>
            <a:r>
              <a:rPr lang="en-US" dirty="0"/>
              <a:t>IP</a:t>
            </a:r>
            <a:r>
              <a:rPr lang="he-IL" dirty="0"/>
              <a:t> של השרת בשורת הכתובות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674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51D1-5A49-EBD5-B681-E6294BAE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Dns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9ACF17-4067-8C2C-CBA5-FFA40AC81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62" y="2302102"/>
            <a:ext cx="3814090" cy="3651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DDDD04-2A02-8397-8F84-CBFAAE66E410}"/>
              </a:ext>
            </a:extLst>
          </p:cNvPr>
          <p:cNvSpPr txBox="1"/>
          <p:nvPr/>
        </p:nvSpPr>
        <p:spPr>
          <a:xfrm>
            <a:off x="5508172" y="3048000"/>
            <a:ext cx="6139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כדי שיהיה אפשר להתחבר לאתר עם שם האתר ולא רק עם כתובת ה </a:t>
            </a:r>
            <a:r>
              <a:rPr lang="en-US" dirty="0"/>
              <a:t>IP</a:t>
            </a:r>
            <a:r>
              <a:rPr lang="he-IL" dirty="0"/>
              <a:t> אנו צריכים שרת </a:t>
            </a:r>
            <a:r>
              <a:rPr lang="en-US" dirty="0" err="1"/>
              <a:t>dns</a:t>
            </a:r>
            <a:r>
              <a:rPr lang="he-IL" dirty="0"/>
              <a:t>, נוסיף שרת נוסף וניתן גם לו כתובת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he-IL" dirty="0"/>
              <a:t> כמו למחשב רגיל.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085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59B8-D9E1-B400-F0E8-195C5E6B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Dns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D2EE9E-628E-7E9D-39AB-B00CF4FB5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62" y="2247674"/>
            <a:ext cx="3814090" cy="3651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6013B-6B4D-CCFB-107D-9696F458A229}"/>
              </a:ext>
            </a:extLst>
          </p:cNvPr>
          <p:cNvSpPr txBox="1"/>
          <p:nvPr/>
        </p:nvSpPr>
        <p:spPr>
          <a:xfrm>
            <a:off x="6509657" y="2786743"/>
            <a:ext cx="474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בטאב </a:t>
            </a:r>
            <a:r>
              <a:rPr lang="en-US" dirty="0"/>
              <a:t>services</a:t>
            </a:r>
            <a:r>
              <a:rPr lang="he-IL" dirty="0"/>
              <a:t> נלך לשירות </a:t>
            </a:r>
            <a:r>
              <a:rPr lang="en-US" dirty="0" err="1"/>
              <a:t>dns</a:t>
            </a:r>
            <a:r>
              <a:rPr lang="he-IL" dirty="0"/>
              <a:t> ונדליק אותו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328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348E-8C97-7E46-7170-1E0E7BEB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Dns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86C979-F00C-46FD-7B19-60B001B57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76" y="2302102"/>
            <a:ext cx="3814090" cy="3651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DC7AD6-96C4-8E8C-2B7D-2FCC81164B6F}"/>
              </a:ext>
            </a:extLst>
          </p:cNvPr>
          <p:cNvSpPr txBox="1"/>
          <p:nvPr/>
        </p:nvSpPr>
        <p:spPr>
          <a:xfrm>
            <a:off x="4746171" y="2939143"/>
            <a:ext cx="7097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 </a:t>
            </a:r>
            <a:r>
              <a:rPr lang="en-US" dirty="0"/>
              <a:t>name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נכתוב את שם האתר (בדוגמא פה – </a:t>
            </a:r>
            <a:r>
              <a:rPr lang="en-US" dirty="0"/>
              <a:t>abc.com</a:t>
            </a:r>
            <a:r>
              <a:rPr lang="he-IL" dirty="0"/>
              <a:t>)</a:t>
            </a:r>
          </a:p>
          <a:p>
            <a:pPr algn="r" rtl="1"/>
            <a:r>
              <a:rPr lang="he-IL" dirty="0"/>
              <a:t>ב </a:t>
            </a:r>
            <a:r>
              <a:rPr lang="en-US" dirty="0"/>
              <a:t>address</a:t>
            </a:r>
            <a:r>
              <a:rPr lang="he-IL" dirty="0"/>
              <a:t> גכתוב את כתובת ה </a:t>
            </a:r>
            <a:r>
              <a:rPr lang="en-US" dirty="0"/>
              <a:t>IP</a:t>
            </a:r>
            <a:r>
              <a:rPr lang="he-IL" dirty="0"/>
              <a:t> של האתר – (בדוגמא פה – (50.0.0.1)</a:t>
            </a:r>
          </a:p>
          <a:p>
            <a:pPr algn="r" rtl="1"/>
            <a:r>
              <a:rPr lang="he-IL" dirty="0"/>
              <a:t>ונלחץ על </a:t>
            </a:r>
            <a:r>
              <a:rPr lang="en-US" dirty="0"/>
              <a:t>add</a:t>
            </a:r>
            <a:endParaRPr lang="he-IL" dirty="0"/>
          </a:p>
          <a:p>
            <a:pPr algn="r" rtl="1"/>
            <a:r>
              <a:rPr lang="he-IL" dirty="0"/>
              <a:t>הרשומה תופיע עכשיו בחלק התחתון</a:t>
            </a:r>
            <a:endParaRPr lang="en-IL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BF85CC-D308-F2F8-E1DD-BBBC38D15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77" y="3742351"/>
            <a:ext cx="3814090" cy="291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988E-BC7B-9785-15B9-0F3FB533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Dns</a:t>
            </a:r>
            <a:r>
              <a:rPr lang="en-US" dirty="0"/>
              <a:t> server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8A14D-676E-9F73-CB61-E0FC41F21A50}"/>
              </a:ext>
            </a:extLst>
          </p:cNvPr>
          <p:cNvSpPr txBox="1"/>
          <p:nvPr/>
        </p:nvSpPr>
        <p:spPr>
          <a:xfrm>
            <a:off x="5618480" y="3069771"/>
            <a:ext cx="564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עכשיו נוכל להתחבר לאתר עם כתיבת</a:t>
            </a:r>
            <a:r>
              <a:rPr lang="en-US" dirty="0"/>
              <a:t> </a:t>
            </a:r>
            <a:r>
              <a:rPr lang="he-IL" dirty="0"/>
              <a:t>שם האתר ולא רק עם כתובת ה </a:t>
            </a:r>
            <a:r>
              <a:rPr lang="en-US" dirty="0"/>
              <a:t>IP</a:t>
            </a:r>
            <a:r>
              <a:rPr lang="he-IL" dirty="0"/>
              <a:t> </a:t>
            </a:r>
            <a:endParaRPr lang="en-IL" dirty="0"/>
          </a:p>
        </p:txBody>
      </p:sp>
      <p:pic>
        <p:nvPicPr>
          <p:cNvPr id="10" name="Content Placeholder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8330DC7-C372-3EFC-8CED-644507194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4" y="2541588"/>
            <a:ext cx="3814090" cy="3651250"/>
          </a:xfrm>
        </p:spPr>
      </p:pic>
    </p:spTree>
    <p:extLst>
      <p:ext uri="{BB962C8B-B14F-4D97-AF65-F5344CB8AC3E}">
        <p14:creationId xmlns:p14="http://schemas.microsoft.com/office/powerpoint/2010/main" val="77791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88DD-BE54-321D-5A22-6D26A90B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FB20C3-21BA-B99F-32DB-9DE258F89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985" y="2241868"/>
            <a:ext cx="3814090" cy="365125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0C3F58-9BD1-F230-34C2-900A26D55CF5}"/>
              </a:ext>
            </a:extLst>
          </p:cNvPr>
          <p:cNvSpPr txBox="1"/>
          <p:nvPr/>
        </p:nvSpPr>
        <p:spPr>
          <a:xfrm>
            <a:off x="6984539" y="2862943"/>
            <a:ext cx="381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1. נתינת כתובת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he-IL" dirty="0"/>
              <a:t> כמו מחשב רגיל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77061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F2FC-A96B-0DBA-082A-F4E0A007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302861-B4B6-9B16-6A95-FB2137C32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5" y="2445068"/>
            <a:ext cx="3814090" cy="3651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4BFE7-747B-50B6-93FF-B1CF2071FD20}"/>
              </a:ext>
            </a:extLst>
          </p:cNvPr>
          <p:cNvSpPr txBox="1"/>
          <p:nvPr/>
        </p:nvSpPr>
        <p:spPr>
          <a:xfrm>
            <a:off x="6509657" y="2786743"/>
            <a:ext cx="474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בטאב </a:t>
            </a:r>
            <a:r>
              <a:rPr lang="en-US" dirty="0"/>
              <a:t>services</a:t>
            </a:r>
            <a:r>
              <a:rPr lang="he-IL" dirty="0"/>
              <a:t> נלך לשירות </a:t>
            </a:r>
            <a:r>
              <a:rPr lang="en-US" dirty="0" err="1"/>
              <a:t>dhcp</a:t>
            </a:r>
            <a:r>
              <a:rPr lang="he-IL" dirty="0"/>
              <a:t> ונדליק אותו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9128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FCDF03-47F0-E87B-3A1A-B424920A2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19" y="2269445"/>
            <a:ext cx="3814090" cy="365125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CB97DD3-0C2D-1681-5000-97E73A43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134461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29982-820B-AADD-5296-8CCFCD0C146F}"/>
              </a:ext>
            </a:extLst>
          </p:cNvPr>
          <p:cNvSpPr txBox="1"/>
          <p:nvPr/>
        </p:nvSpPr>
        <p:spPr>
          <a:xfrm>
            <a:off x="5354321" y="3091543"/>
            <a:ext cx="5847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עכשיו נגדיר מאגר (</a:t>
            </a:r>
            <a:r>
              <a:rPr lang="en-US" dirty="0"/>
              <a:t>pool</a:t>
            </a:r>
            <a:r>
              <a:rPr lang="he-IL" dirty="0"/>
              <a:t>) של כתובות לרשת שלה אנחנו רוצים לתת כתובות באופן אוטו'</a:t>
            </a:r>
          </a:p>
          <a:p>
            <a:pPr algn="r" rtl="1"/>
            <a:r>
              <a:rPr lang="he-IL" dirty="0"/>
              <a:t>ה </a:t>
            </a:r>
            <a:r>
              <a:rPr lang="en-US" dirty="0"/>
              <a:t>pool</a:t>
            </a:r>
            <a:r>
              <a:rPr lang="he-IL" dirty="0"/>
              <a:t> הראשון הוא מה שבא עם השירות - </a:t>
            </a:r>
            <a:r>
              <a:rPr lang="en-US" dirty="0" err="1"/>
              <a:t>serverPool</a:t>
            </a:r>
            <a:r>
              <a:rPr lang="he-IL" dirty="0"/>
              <a:t> </a:t>
            </a:r>
          </a:p>
          <a:p>
            <a:pPr algn="r" rtl="1"/>
            <a:r>
              <a:rPr lang="he-IL" dirty="0"/>
              <a:t>אנחנו נשאיר אותו בשם הזה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0608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3DE715-80F7-F799-847A-89CA137E5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45" y="2373948"/>
            <a:ext cx="3814090" cy="365125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37BAB29-166C-11D9-C751-457F6DE3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134461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60AF4-0AB1-B425-A5E1-1B6E2C98C9BE}"/>
              </a:ext>
            </a:extLst>
          </p:cNvPr>
          <p:cNvSpPr txBox="1"/>
          <p:nvPr/>
        </p:nvSpPr>
        <p:spPr>
          <a:xfrm>
            <a:off x="4988560" y="2841171"/>
            <a:ext cx="61801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נגדיר את ה </a:t>
            </a:r>
            <a:r>
              <a:rPr lang="en-US" dirty="0"/>
              <a:t>default gateway </a:t>
            </a:r>
            <a:r>
              <a:rPr lang="he-IL" dirty="0"/>
              <a:t> של הרשת. </a:t>
            </a:r>
          </a:p>
          <a:p>
            <a:pPr algn="r" rtl="1"/>
            <a:r>
              <a:rPr lang="en-US" dirty="0" err="1"/>
              <a:t>Dns</a:t>
            </a:r>
            <a:r>
              <a:rPr lang="en-US" dirty="0"/>
              <a:t> server</a:t>
            </a:r>
            <a:endParaRPr lang="he-IL" dirty="0"/>
          </a:p>
          <a:p>
            <a:pPr algn="r" rtl="1"/>
            <a:r>
              <a:rPr lang="he-IL" dirty="0"/>
              <a:t>מאיזה כתובת אנחנו רוצים לחלק (אפשר לשמור טווח של כתובות </a:t>
            </a:r>
            <a:r>
              <a:rPr lang="en-US" dirty="0"/>
              <a:t>IP</a:t>
            </a:r>
            <a:r>
              <a:rPr lang="he-IL" dirty="0"/>
              <a:t> סטטיות)</a:t>
            </a:r>
          </a:p>
          <a:p>
            <a:pPr algn="r" rtl="1"/>
            <a:r>
              <a:rPr lang="en-US" dirty="0"/>
              <a:t>Subnet mask</a:t>
            </a:r>
            <a:r>
              <a:rPr lang="he-IL" dirty="0"/>
              <a:t> מתאים</a:t>
            </a:r>
          </a:p>
          <a:p>
            <a:pPr algn="r" rtl="1"/>
            <a:r>
              <a:rPr lang="he-IL" dirty="0"/>
              <a:t>מספר כתובות לחלוקה</a:t>
            </a:r>
          </a:p>
          <a:p>
            <a:pPr algn="r" rtl="1"/>
            <a:r>
              <a:rPr lang="he-IL" dirty="0"/>
              <a:t>נלחץ על </a:t>
            </a:r>
            <a:r>
              <a:rPr lang="en-US" dirty="0"/>
              <a:t>save</a:t>
            </a:r>
            <a:endParaRPr lang="he-IL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223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E46CCD-2576-EF0A-6573-BADD26102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265" y="2241868"/>
            <a:ext cx="3814090" cy="365125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FA24D87-6A9A-F963-CF2A-480ED3CEC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134461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DD568-6145-3B91-FBA6-A9FF8E3B933B}"/>
              </a:ext>
            </a:extLst>
          </p:cNvPr>
          <p:cNvSpPr txBox="1"/>
          <p:nvPr/>
        </p:nvSpPr>
        <p:spPr>
          <a:xfrm>
            <a:off x="5811520" y="3037114"/>
            <a:ext cx="540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במחשב נעביר ב</a:t>
            </a:r>
            <a:r>
              <a:rPr lang="en-US" dirty="0" err="1"/>
              <a:t>ip</a:t>
            </a:r>
            <a:r>
              <a:rPr lang="en-US" dirty="0"/>
              <a:t> configuration </a:t>
            </a:r>
            <a:r>
              <a:rPr lang="he-IL" dirty="0"/>
              <a:t> מ</a:t>
            </a:r>
            <a:r>
              <a:rPr lang="en-US" dirty="0"/>
              <a:t>static </a:t>
            </a:r>
            <a:r>
              <a:rPr lang="he-IL" dirty="0"/>
              <a:t> ל </a:t>
            </a:r>
            <a:r>
              <a:rPr lang="en-US" dirty="0" err="1"/>
              <a:t>dhcp</a:t>
            </a:r>
            <a:r>
              <a:rPr lang="he-IL" dirty="0"/>
              <a:t>  </a:t>
            </a:r>
            <a:r>
              <a:rPr lang="en-US" dirty="0"/>
              <a:t> </a:t>
            </a:r>
            <a:r>
              <a:rPr lang="he-IL" dirty="0"/>
              <a:t>ונראה שהוא מקבל כתובת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9132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0021-AD82-B03A-A2BD-E808CDF9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69976"/>
            <a:ext cx="8770571" cy="4234024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he-IL" dirty="0"/>
              <a:t>כדי ששרת ה </a:t>
            </a:r>
            <a:r>
              <a:rPr lang="en-US" dirty="0" err="1"/>
              <a:t>dhcp</a:t>
            </a:r>
            <a:r>
              <a:rPr lang="he-IL" dirty="0"/>
              <a:t> יוכל לתת כתובות לרשתות שונות צריך להוסיף את השורה הבאה </a:t>
            </a:r>
            <a:r>
              <a:rPr lang="en-US" dirty="0" err="1"/>
              <a:t>ip</a:t>
            </a:r>
            <a:r>
              <a:rPr lang="en-US" dirty="0"/>
              <a:t> helper-address 100.0.0.1</a:t>
            </a:r>
            <a:r>
              <a:rPr lang="he-IL" dirty="0"/>
              <a:t>  בראוטר.</a:t>
            </a:r>
          </a:p>
          <a:p>
            <a:pPr algn="r" rtl="1"/>
            <a:r>
              <a:rPr lang="he-IL" dirty="0"/>
              <a:t>תהליך בקשת הכתובת משרת </a:t>
            </a:r>
            <a:r>
              <a:rPr lang="en-US" dirty="0" err="1"/>
              <a:t>dhcp</a:t>
            </a:r>
            <a:r>
              <a:rPr lang="he-IL" dirty="0"/>
              <a:t> בנוי מ 4 שלבים – </a:t>
            </a:r>
            <a:r>
              <a:rPr lang="en-US" dirty="0"/>
              <a:t>DORA</a:t>
            </a:r>
          </a:p>
          <a:p>
            <a:pPr algn="r" rtl="1"/>
            <a:r>
              <a:rPr lang="en-US" dirty="0"/>
              <a:t>Discover</a:t>
            </a:r>
            <a:r>
              <a:rPr lang="he-IL" dirty="0"/>
              <a:t> – חיפוש שרת </a:t>
            </a:r>
            <a:r>
              <a:rPr lang="en-US" dirty="0" err="1"/>
              <a:t>dhcp</a:t>
            </a:r>
            <a:r>
              <a:rPr lang="he-IL" dirty="0"/>
              <a:t>, זו הודעת ברודקאסט שנשלחת לכל הרשת.</a:t>
            </a:r>
            <a:endParaRPr lang="en-US" dirty="0"/>
          </a:p>
          <a:p>
            <a:pPr algn="r" rtl="1"/>
            <a:r>
              <a:rPr lang="en-US" dirty="0"/>
              <a:t>Offer</a:t>
            </a:r>
            <a:r>
              <a:rPr lang="he-IL" dirty="0"/>
              <a:t> – השרת מציע כתובת למבקש.</a:t>
            </a:r>
            <a:endParaRPr lang="en-US" dirty="0"/>
          </a:p>
          <a:p>
            <a:pPr algn="r" rtl="1"/>
            <a:r>
              <a:rPr lang="en-US" dirty="0"/>
              <a:t>Request</a:t>
            </a:r>
            <a:r>
              <a:rPr lang="he-IL" dirty="0"/>
              <a:t> – המחשב רוצה את הכתובת.</a:t>
            </a:r>
            <a:endParaRPr lang="en-US" dirty="0"/>
          </a:p>
          <a:p>
            <a:pPr algn="r" rtl="1"/>
            <a:r>
              <a:rPr lang="en-US" dirty="0"/>
              <a:t>Ack</a:t>
            </a:r>
            <a:r>
              <a:rPr lang="he-IL" dirty="0"/>
              <a:t> – השרת מאשר ושולח את הכתובת.</a:t>
            </a:r>
          </a:p>
          <a:p>
            <a:pPr algn="r" rtl="1"/>
            <a:r>
              <a:rPr lang="he-IL" dirty="0"/>
              <a:t>כיון שהשלב הראשון הוא הודעת ברודקאסט כשהיא מגיעה לראוטר הוא זורק את ההודעה כיון שראוטר לא מעביר הודעות ברודקאסט</a:t>
            </a:r>
          </a:p>
          <a:p>
            <a:pPr algn="r" rtl="1"/>
            <a:r>
              <a:rPr lang="he-IL" dirty="0"/>
              <a:t>צריך להגיד לו לא לזרוק את הודעת ה </a:t>
            </a:r>
            <a:r>
              <a:rPr lang="en-US" dirty="0"/>
              <a:t>discover</a:t>
            </a:r>
            <a:r>
              <a:rPr lang="he-IL" dirty="0"/>
              <a:t> ולהעביר אותה לשרת.</a:t>
            </a:r>
            <a:endParaRPr lang="en-US" dirty="0"/>
          </a:p>
          <a:p>
            <a:pPr algn="r" rtl="1"/>
            <a:r>
              <a:rPr lang="he-IL" dirty="0"/>
              <a:t>את הפקודה הזו נשים בפורט שממנו מגיעה הודעת ה </a:t>
            </a:r>
            <a:r>
              <a:rPr lang="en-US" dirty="0"/>
              <a:t>discover</a:t>
            </a:r>
            <a:r>
              <a:rPr lang="he-IL" dirty="0"/>
              <a:t>. </a:t>
            </a:r>
            <a:endParaRPr lang="en-IL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DB10EF-CDED-7E4B-B58B-8AC53D2F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85404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99493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F27DF7-03F5-B7CE-B5CF-929B77C0A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217" y="2479399"/>
            <a:ext cx="2072820" cy="3398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91B1DA-42B7-9183-34B9-0EA3887EBA68}"/>
              </a:ext>
            </a:extLst>
          </p:cNvPr>
          <p:cNvSpPr txBox="1"/>
          <p:nvPr/>
        </p:nvSpPr>
        <p:spPr>
          <a:xfrm>
            <a:off x="5878286" y="2672862"/>
            <a:ext cx="5446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בטופולוגיה הזו נגדיר את הפקודה ברגל </a:t>
            </a:r>
            <a:r>
              <a:rPr lang="en-US" dirty="0"/>
              <a:t>g0/0</a:t>
            </a:r>
          </a:p>
          <a:p>
            <a:pPr algn="r" rtl="1"/>
            <a:r>
              <a:rPr lang="he-IL" dirty="0"/>
              <a:t>כיון שמשם תגיע הודעת ה </a:t>
            </a:r>
            <a:r>
              <a:rPr lang="en-US" dirty="0"/>
              <a:t>DISCOVER </a:t>
            </a:r>
            <a:r>
              <a:rPr lang="he-IL" dirty="0"/>
              <a:t> של ה </a:t>
            </a:r>
            <a:r>
              <a:rPr lang="en-US" dirty="0"/>
              <a:t>DHCP</a:t>
            </a:r>
          </a:p>
          <a:p>
            <a:pPr algn="r" rtl="1"/>
            <a:r>
              <a:rPr lang="he-IL" dirty="0"/>
              <a:t>במקרה של וילנים ו </a:t>
            </a:r>
            <a:r>
              <a:rPr lang="en-US" dirty="0"/>
              <a:t>ROAS</a:t>
            </a:r>
            <a:r>
              <a:rPr lang="he-IL" dirty="0"/>
              <a:t> נגדיר את פקודת ה </a:t>
            </a:r>
            <a:r>
              <a:rPr lang="en-US" dirty="0"/>
              <a:t>helper</a:t>
            </a:r>
            <a:r>
              <a:rPr lang="he-IL" dirty="0"/>
              <a:t> בכל </a:t>
            </a:r>
            <a:r>
              <a:rPr lang="en-US" dirty="0"/>
              <a:t>sub-interface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D64BCC3-2C43-B122-E4A1-C0C89333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85404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32113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53043-03FF-8234-16E2-360334875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5" y="2434908"/>
            <a:ext cx="3814090" cy="365125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16E54A-0347-9C8A-718A-AF9A81B6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134461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70763-B2A9-8396-01DC-C528682CE2EB}"/>
              </a:ext>
            </a:extLst>
          </p:cNvPr>
          <p:cNvSpPr txBox="1"/>
          <p:nvPr/>
        </p:nvSpPr>
        <p:spPr>
          <a:xfrm>
            <a:off x="7130143" y="3058886"/>
            <a:ext cx="318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בשרת נוסיף מאגרים לכל הוילנים</a:t>
            </a:r>
            <a:endParaRPr lang="en-I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B8DB35-AF81-819F-3646-345A690AEAD9}"/>
              </a:ext>
            </a:extLst>
          </p:cNvPr>
          <p:cNvSpPr/>
          <p:nvPr/>
        </p:nvSpPr>
        <p:spPr>
          <a:xfrm>
            <a:off x="5964393" y="3244334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8555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259C1-5DB3-DD48-48F9-B0182DFC6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בטופולוגיה שבה המולטי מבצע את הניתוב בין הוילנים נשים את השורה הזו לאחר שנכנסנו לאינטרפייס של הוילן</a:t>
            </a:r>
          </a:p>
          <a:p>
            <a:pPr algn="r" rtl="1"/>
            <a:r>
              <a:rPr lang="en-US" dirty="0"/>
              <a:t>int </a:t>
            </a:r>
            <a:r>
              <a:rPr lang="en-US" dirty="0" err="1"/>
              <a:t>vlan</a:t>
            </a:r>
            <a:r>
              <a:rPr lang="en-US" dirty="0"/>
              <a:t> 10</a:t>
            </a:r>
          </a:p>
          <a:p>
            <a:pPr algn="r" rtl="1"/>
            <a:r>
              <a:rPr lang="en-US" dirty="0" err="1"/>
              <a:t>ip</a:t>
            </a:r>
            <a:r>
              <a:rPr lang="en-US" dirty="0"/>
              <a:t> helper-address 100.0.0.1</a:t>
            </a:r>
          </a:p>
          <a:p>
            <a:pPr algn="r" rtl="1"/>
            <a:r>
              <a:rPr lang="en-US" dirty="0"/>
              <a:t>int </a:t>
            </a:r>
            <a:r>
              <a:rPr lang="en-US" dirty="0" err="1"/>
              <a:t>vlan</a:t>
            </a:r>
            <a:r>
              <a:rPr lang="en-US" dirty="0"/>
              <a:t> 20</a:t>
            </a:r>
          </a:p>
          <a:p>
            <a:pPr algn="r" rtl="1"/>
            <a:r>
              <a:rPr lang="en-US" dirty="0" err="1"/>
              <a:t>ip</a:t>
            </a:r>
            <a:r>
              <a:rPr lang="en-US" dirty="0"/>
              <a:t> helper-address 100.0.0.1</a:t>
            </a:r>
          </a:p>
          <a:p>
            <a:pPr algn="r" rtl="1"/>
            <a:endParaRPr lang="en-IL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34656-0D40-75CC-0175-E8C836F5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8769350" cy="1344612"/>
          </a:xfrm>
        </p:spPr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server</a:t>
            </a:r>
            <a:endParaRPr lang="en-IL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C9E10E-00D1-2A62-3D70-390C2FD0B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3" y="2987040"/>
            <a:ext cx="6693244" cy="38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89343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79C7D1-206A-4D57-A2C3-03BAAC414AA9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459</Words>
  <Application>Microsoft Office PowerPoint</Application>
  <PresentationFormat>Widescreen</PresentationFormat>
  <Paragraphs>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Meiryo</vt:lpstr>
      <vt:lpstr>Corbel</vt:lpstr>
      <vt:lpstr>SketchLinesVTI</vt:lpstr>
      <vt:lpstr>שרתים</vt:lpstr>
      <vt:lpstr>Web server</vt:lpstr>
      <vt:lpstr>Web server</vt:lpstr>
      <vt:lpstr>Web server</vt:lpstr>
      <vt:lpstr>Dns server</vt:lpstr>
      <vt:lpstr>Dns server</vt:lpstr>
      <vt:lpstr>Dns server</vt:lpstr>
      <vt:lpstr>Dns server</vt:lpstr>
      <vt:lpstr>Dhcp server</vt:lpstr>
      <vt:lpstr>Dhcp server</vt:lpstr>
      <vt:lpstr>Dhcp server</vt:lpstr>
      <vt:lpstr>Dhcp server</vt:lpstr>
      <vt:lpstr>Dhcp server</vt:lpstr>
      <vt:lpstr>Dhcp server</vt:lpstr>
      <vt:lpstr>Dhcp server</vt:lpstr>
      <vt:lpstr>Dhcp server</vt:lpstr>
      <vt:lpstr>Dhcp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Oren Tzadok</cp:lastModifiedBy>
  <cp:revision>10</cp:revision>
  <dcterms:created xsi:type="dcterms:W3CDTF">2025-03-18T07:04:23Z</dcterms:created>
  <dcterms:modified xsi:type="dcterms:W3CDTF">2025-11-06T20:08:40Z</dcterms:modified>
</cp:coreProperties>
</file>