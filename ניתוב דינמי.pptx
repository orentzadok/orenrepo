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70" r:id="rId3"/>
    <p:sldId id="257" r:id="rId4"/>
    <p:sldId id="258" r:id="rId5"/>
    <p:sldId id="259" r:id="rId6"/>
    <p:sldId id="260" r:id="rId7"/>
    <p:sldId id="261" r:id="rId8"/>
    <p:sldId id="262" r:id="rId9"/>
    <p:sldId id="265" r:id="rId10"/>
    <p:sldId id="264" r:id="rId11"/>
    <p:sldId id="269" r:id="rId12"/>
    <p:sldId id="266" r:id="rId13"/>
    <p:sldId id="267" r:id="rId14"/>
  </p:sldIdLst>
  <p:sldSz cx="12192000" cy="6858000"/>
  <p:notesSz cx="6858000" cy="9144000"/>
  <p:defaultText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78" d="100"/>
          <a:sy n="78" d="100"/>
        </p:scale>
        <p:origin x="878" y="6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90E017-ADF9-1DF7-CE5F-2813974363B3}"/>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L"/>
          </a:p>
        </p:txBody>
      </p:sp>
      <p:sp>
        <p:nvSpPr>
          <p:cNvPr id="3" name="Subtitle 2">
            <a:extLst>
              <a:ext uri="{FF2B5EF4-FFF2-40B4-BE49-F238E27FC236}">
                <a16:creationId xmlns:a16="http://schemas.microsoft.com/office/drawing/2014/main" id="{3201C0E9-F219-B7FE-A723-7A618E84A69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L"/>
          </a:p>
        </p:txBody>
      </p:sp>
      <p:sp>
        <p:nvSpPr>
          <p:cNvPr id="4" name="Date Placeholder 3">
            <a:extLst>
              <a:ext uri="{FF2B5EF4-FFF2-40B4-BE49-F238E27FC236}">
                <a16:creationId xmlns:a16="http://schemas.microsoft.com/office/drawing/2014/main" id="{5CF4777A-7B7B-FE12-7E03-0017B4912675}"/>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5" name="Footer Placeholder 4">
            <a:extLst>
              <a:ext uri="{FF2B5EF4-FFF2-40B4-BE49-F238E27FC236}">
                <a16:creationId xmlns:a16="http://schemas.microsoft.com/office/drawing/2014/main" id="{E78C8B39-18F9-8EA8-6474-82EB6F91E16A}"/>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D0736FC8-8A5E-1CD5-1717-EA0783960DA5}"/>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857231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A4DF7C-4EE0-E3F6-2EB2-4BFC85D3DDE6}"/>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5BED78AD-2066-3783-03F7-BB7B35822B5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43558D3B-F3B2-FEC8-6963-593CFD1EDBF1}"/>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5" name="Footer Placeholder 4">
            <a:extLst>
              <a:ext uri="{FF2B5EF4-FFF2-40B4-BE49-F238E27FC236}">
                <a16:creationId xmlns:a16="http://schemas.microsoft.com/office/drawing/2014/main" id="{3E0CA45A-8469-F941-9D1B-50A49DF3214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BFB70FB3-8E7D-5A9B-0929-559148B19809}"/>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403327633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5D4350-542F-4AEE-0A96-3840119A0B01}"/>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L"/>
          </a:p>
        </p:txBody>
      </p:sp>
      <p:sp>
        <p:nvSpPr>
          <p:cNvPr id="3" name="Text Placeholder 2">
            <a:extLst>
              <a:ext uri="{FF2B5EF4-FFF2-40B4-BE49-F238E27FC236}">
                <a16:creationId xmlns:a16="http://schemas.microsoft.com/office/drawing/2014/main" id="{B81E2100-04F6-DBD1-648C-88606AD7F49A}"/>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65E033E-82E9-7E38-DED5-D322D1D84B59}"/>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5" name="Footer Placeholder 4">
            <a:extLst>
              <a:ext uri="{FF2B5EF4-FFF2-40B4-BE49-F238E27FC236}">
                <a16:creationId xmlns:a16="http://schemas.microsoft.com/office/drawing/2014/main" id="{C9198C38-80EF-2866-9A6E-9B728F138EE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40332F4-4C9B-3800-5449-A58AC7EF1D00}"/>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22548168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581D24-8177-CF4A-1897-903DFC8F9A58}"/>
              </a:ext>
            </a:extLst>
          </p:cNvPr>
          <p:cNvSpPr>
            <a:spLocks noGrp="1"/>
          </p:cNvSpPr>
          <p:nvPr>
            <p:ph type="title"/>
          </p:nvPr>
        </p:nvSpPr>
        <p:spPr/>
        <p:txBody>
          <a:bodyPr/>
          <a:lstStyle/>
          <a:p>
            <a:r>
              <a:rPr lang="en-US"/>
              <a:t>Click to edit Master title style</a:t>
            </a:r>
            <a:endParaRPr lang="en-IL"/>
          </a:p>
        </p:txBody>
      </p:sp>
      <p:sp>
        <p:nvSpPr>
          <p:cNvPr id="3" name="Content Placeholder 2">
            <a:extLst>
              <a:ext uri="{FF2B5EF4-FFF2-40B4-BE49-F238E27FC236}">
                <a16:creationId xmlns:a16="http://schemas.microsoft.com/office/drawing/2014/main" id="{FD4855BF-220F-9CAA-2A1C-6FD93F22FD3E}"/>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Content Placeholder 3">
            <a:extLst>
              <a:ext uri="{FF2B5EF4-FFF2-40B4-BE49-F238E27FC236}">
                <a16:creationId xmlns:a16="http://schemas.microsoft.com/office/drawing/2014/main" id="{518B0045-197E-A1D0-4E83-7EB0B8F0F0C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Date Placeholder 4">
            <a:extLst>
              <a:ext uri="{FF2B5EF4-FFF2-40B4-BE49-F238E27FC236}">
                <a16:creationId xmlns:a16="http://schemas.microsoft.com/office/drawing/2014/main" id="{3EDE815C-04ED-6820-0DC2-7C6DFC5DF036}"/>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6" name="Footer Placeholder 5">
            <a:extLst>
              <a:ext uri="{FF2B5EF4-FFF2-40B4-BE49-F238E27FC236}">
                <a16:creationId xmlns:a16="http://schemas.microsoft.com/office/drawing/2014/main" id="{5642BFBF-0C53-9EE7-FABA-6F49794F96C9}"/>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D2A1E331-2099-038B-BC40-8605CAD06E04}"/>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5403580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2D27A4-A003-5154-9156-160B90D5BB8A}"/>
              </a:ext>
            </a:extLst>
          </p:cNvPr>
          <p:cNvSpPr>
            <a:spLocks noGrp="1"/>
          </p:cNvSpPr>
          <p:nvPr>
            <p:ph type="title"/>
          </p:nvPr>
        </p:nvSpPr>
        <p:spPr>
          <a:xfrm>
            <a:off x="839788" y="365125"/>
            <a:ext cx="10515600" cy="1325563"/>
          </a:xfrm>
        </p:spPr>
        <p:txBody>
          <a:bodyPr/>
          <a:lstStyle/>
          <a:p>
            <a:r>
              <a:rPr lang="en-US"/>
              <a:t>Click to edit Master title style</a:t>
            </a:r>
            <a:endParaRPr lang="en-IL"/>
          </a:p>
        </p:txBody>
      </p:sp>
      <p:sp>
        <p:nvSpPr>
          <p:cNvPr id="3" name="Text Placeholder 2">
            <a:extLst>
              <a:ext uri="{FF2B5EF4-FFF2-40B4-BE49-F238E27FC236}">
                <a16:creationId xmlns:a16="http://schemas.microsoft.com/office/drawing/2014/main" id="{18EC181B-D92C-C9CB-52CC-BA3FF417EB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58D1DB02-2447-E6C4-A556-199B1B7A6262}"/>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5" name="Text Placeholder 4">
            <a:extLst>
              <a:ext uri="{FF2B5EF4-FFF2-40B4-BE49-F238E27FC236}">
                <a16:creationId xmlns:a16="http://schemas.microsoft.com/office/drawing/2014/main" id="{96D7F0F9-F2A7-771F-3F8B-2A41DDE10C0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6C63E970-1032-FCF4-FC95-31ED93333F5B}"/>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7" name="Date Placeholder 6">
            <a:extLst>
              <a:ext uri="{FF2B5EF4-FFF2-40B4-BE49-F238E27FC236}">
                <a16:creationId xmlns:a16="http://schemas.microsoft.com/office/drawing/2014/main" id="{F0EDC04E-F4BF-F6D3-DFA7-9D99B57063C9}"/>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8" name="Footer Placeholder 7">
            <a:extLst>
              <a:ext uri="{FF2B5EF4-FFF2-40B4-BE49-F238E27FC236}">
                <a16:creationId xmlns:a16="http://schemas.microsoft.com/office/drawing/2014/main" id="{E5CD474B-E8BC-4940-0D78-304005BDA371}"/>
              </a:ext>
            </a:extLst>
          </p:cNvPr>
          <p:cNvSpPr>
            <a:spLocks noGrp="1"/>
          </p:cNvSpPr>
          <p:nvPr>
            <p:ph type="ftr" sz="quarter" idx="11"/>
          </p:nvPr>
        </p:nvSpPr>
        <p:spPr/>
        <p:txBody>
          <a:bodyPr/>
          <a:lstStyle/>
          <a:p>
            <a:endParaRPr lang="en-IL"/>
          </a:p>
        </p:txBody>
      </p:sp>
      <p:sp>
        <p:nvSpPr>
          <p:cNvPr id="9" name="Slide Number Placeholder 8">
            <a:extLst>
              <a:ext uri="{FF2B5EF4-FFF2-40B4-BE49-F238E27FC236}">
                <a16:creationId xmlns:a16="http://schemas.microsoft.com/office/drawing/2014/main" id="{D339B6FE-D4D4-E97C-EA1C-A4A94EB789E0}"/>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12533343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4AD14A-8CF3-0587-B75B-5C4B86E9741F}"/>
              </a:ext>
            </a:extLst>
          </p:cNvPr>
          <p:cNvSpPr>
            <a:spLocks noGrp="1"/>
          </p:cNvSpPr>
          <p:nvPr>
            <p:ph type="title"/>
          </p:nvPr>
        </p:nvSpPr>
        <p:spPr/>
        <p:txBody>
          <a:bodyPr/>
          <a:lstStyle/>
          <a:p>
            <a:r>
              <a:rPr lang="en-US"/>
              <a:t>Click to edit Master title style</a:t>
            </a:r>
            <a:endParaRPr lang="en-IL"/>
          </a:p>
        </p:txBody>
      </p:sp>
      <p:sp>
        <p:nvSpPr>
          <p:cNvPr id="3" name="Date Placeholder 2">
            <a:extLst>
              <a:ext uri="{FF2B5EF4-FFF2-40B4-BE49-F238E27FC236}">
                <a16:creationId xmlns:a16="http://schemas.microsoft.com/office/drawing/2014/main" id="{CC7C08FF-0F50-68E3-289E-BED5539FF3D0}"/>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4" name="Footer Placeholder 3">
            <a:extLst>
              <a:ext uri="{FF2B5EF4-FFF2-40B4-BE49-F238E27FC236}">
                <a16:creationId xmlns:a16="http://schemas.microsoft.com/office/drawing/2014/main" id="{BCD33AF6-4BBC-B573-CD57-9A5AF372A4AB}"/>
              </a:ext>
            </a:extLst>
          </p:cNvPr>
          <p:cNvSpPr>
            <a:spLocks noGrp="1"/>
          </p:cNvSpPr>
          <p:nvPr>
            <p:ph type="ftr" sz="quarter" idx="11"/>
          </p:nvPr>
        </p:nvSpPr>
        <p:spPr/>
        <p:txBody>
          <a:bodyPr/>
          <a:lstStyle/>
          <a:p>
            <a:endParaRPr lang="en-IL"/>
          </a:p>
        </p:txBody>
      </p:sp>
      <p:sp>
        <p:nvSpPr>
          <p:cNvPr id="5" name="Slide Number Placeholder 4">
            <a:extLst>
              <a:ext uri="{FF2B5EF4-FFF2-40B4-BE49-F238E27FC236}">
                <a16:creationId xmlns:a16="http://schemas.microsoft.com/office/drawing/2014/main" id="{40D4BE0C-E4E2-B630-1EDA-E33E6755FCE7}"/>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97726504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6B830C3-E41F-6D9C-1D78-FA37B50EF886}"/>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3" name="Footer Placeholder 2">
            <a:extLst>
              <a:ext uri="{FF2B5EF4-FFF2-40B4-BE49-F238E27FC236}">
                <a16:creationId xmlns:a16="http://schemas.microsoft.com/office/drawing/2014/main" id="{148D841B-9E79-55DE-53E4-1E141D38CB19}"/>
              </a:ext>
            </a:extLst>
          </p:cNvPr>
          <p:cNvSpPr>
            <a:spLocks noGrp="1"/>
          </p:cNvSpPr>
          <p:nvPr>
            <p:ph type="ftr" sz="quarter" idx="11"/>
          </p:nvPr>
        </p:nvSpPr>
        <p:spPr/>
        <p:txBody>
          <a:bodyPr/>
          <a:lstStyle/>
          <a:p>
            <a:endParaRPr lang="en-IL"/>
          </a:p>
        </p:txBody>
      </p:sp>
      <p:sp>
        <p:nvSpPr>
          <p:cNvPr id="4" name="Slide Number Placeholder 3">
            <a:extLst>
              <a:ext uri="{FF2B5EF4-FFF2-40B4-BE49-F238E27FC236}">
                <a16:creationId xmlns:a16="http://schemas.microsoft.com/office/drawing/2014/main" id="{BB93C84C-A110-AFB1-C087-7A0BB7232CAE}"/>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73306626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5C4983-A13F-02A6-4170-A1D55436AF8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Content Placeholder 2">
            <a:extLst>
              <a:ext uri="{FF2B5EF4-FFF2-40B4-BE49-F238E27FC236}">
                <a16:creationId xmlns:a16="http://schemas.microsoft.com/office/drawing/2014/main" id="{CBECBD5B-BC0D-577D-0600-D8203D768523}"/>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Text Placeholder 3">
            <a:extLst>
              <a:ext uri="{FF2B5EF4-FFF2-40B4-BE49-F238E27FC236}">
                <a16:creationId xmlns:a16="http://schemas.microsoft.com/office/drawing/2014/main" id="{5BCEAFAB-D539-2C23-3971-EC739A528E6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1A3B39D-B246-5928-F72C-5A0C74CDDC4B}"/>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6" name="Footer Placeholder 5">
            <a:extLst>
              <a:ext uri="{FF2B5EF4-FFF2-40B4-BE49-F238E27FC236}">
                <a16:creationId xmlns:a16="http://schemas.microsoft.com/office/drawing/2014/main" id="{38E1D6BE-5122-3A65-C061-2829FB433388}"/>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CDC051D7-17FE-7918-3A61-0902BF88C4D4}"/>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108886133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5495D5-E142-340E-8D50-44CAFFA004C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L"/>
          </a:p>
        </p:txBody>
      </p:sp>
      <p:sp>
        <p:nvSpPr>
          <p:cNvPr id="3" name="Picture Placeholder 2">
            <a:extLst>
              <a:ext uri="{FF2B5EF4-FFF2-40B4-BE49-F238E27FC236}">
                <a16:creationId xmlns:a16="http://schemas.microsoft.com/office/drawing/2014/main" id="{87295869-4B1B-FCFC-EC35-9AFE308210C6}"/>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L"/>
          </a:p>
        </p:txBody>
      </p:sp>
      <p:sp>
        <p:nvSpPr>
          <p:cNvPr id="4" name="Text Placeholder 3">
            <a:extLst>
              <a:ext uri="{FF2B5EF4-FFF2-40B4-BE49-F238E27FC236}">
                <a16:creationId xmlns:a16="http://schemas.microsoft.com/office/drawing/2014/main" id="{813EE5CC-55EB-7D7C-A38D-E30BEA75861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EF4ACE69-8F77-EA8A-C5D5-29200198DC97}"/>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6" name="Footer Placeholder 5">
            <a:extLst>
              <a:ext uri="{FF2B5EF4-FFF2-40B4-BE49-F238E27FC236}">
                <a16:creationId xmlns:a16="http://schemas.microsoft.com/office/drawing/2014/main" id="{1FE1374F-81A3-8E88-FCA9-51C562DE6D5B}"/>
              </a:ext>
            </a:extLst>
          </p:cNvPr>
          <p:cNvSpPr>
            <a:spLocks noGrp="1"/>
          </p:cNvSpPr>
          <p:nvPr>
            <p:ph type="ftr" sz="quarter" idx="11"/>
          </p:nvPr>
        </p:nvSpPr>
        <p:spPr/>
        <p:txBody>
          <a:bodyPr/>
          <a:lstStyle/>
          <a:p>
            <a:endParaRPr lang="en-IL"/>
          </a:p>
        </p:txBody>
      </p:sp>
      <p:sp>
        <p:nvSpPr>
          <p:cNvPr id="7" name="Slide Number Placeholder 6">
            <a:extLst>
              <a:ext uri="{FF2B5EF4-FFF2-40B4-BE49-F238E27FC236}">
                <a16:creationId xmlns:a16="http://schemas.microsoft.com/office/drawing/2014/main" id="{AE250C91-34B2-97FF-E597-6BF8581F51E2}"/>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7237749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293D6-1B23-4EDF-D41E-C680F809E835}"/>
              </a:ext>
            </a:extLst>
          </p:cNvPr>
          <p:cNvSpPr>
            <a:spLocks noGrp="1"/>
          </p:cNvSpPr>
          <p:nvPr>
            <p:ph type="title"/>
          </p:nvPr>
        </p:nvSpPr>
        <p:spPr/>
        <p:txBody>
          <a:bodyPr/>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AD72D60C-E0CB-DBE2-2246-331CF83939C9}"/>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85199DE-D282-43B0-7EAB-42F260515358}"/>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5" name="Footer Placeholder 4">
            <a:extLst>
              <a:ext uri="{FF2B5EF4-FFF2-40B4-BE49-F238E27FC236}">
                <a16:creationId xmlns:a16="http://schemas.microsoft.com/office/drawing/2014/main" id="{3F605227-B50D-4513-4560-75CBB622EBFF}"/>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CFA2D8F2-3E06-EDD3-16BF-B80AB21C0900}"/>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15598004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2F97797-06AD-4633-BF29-ACE3312C1F9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L"/>
          </a:p>
        </p:txBody>
      </p:sp>
      <p:sp>
        <p:nvSpPr>
          <p:cNvPr id="3" name="Vertical Text Placeholder 2">
            <a:extLst>
              <a:ext uri="{FF2B5EF4-FFF2-40B4-BE49-F238E27FC236}">
                <a16:creationId xmlns:a16="http://schemas.microsoft.com/office/drawing/2014/main" id="{3719B14A-DAF1-1A67-66A7-B4B32B748C6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D548B855-108A-775E-2529-66CE1A79E235}"/>
              </a:ext>
            </a:extLst>
          </p:cNvPr>
          <p:cNvSpPr>
            <a:spLocks noGrp="1"/>
          </p:cNvSpPr>
          <p:nvPr>
            <p:ph type="dt" sz="half" idx="10"/>
          </p:nvPr>
        </p:nvSpPr>
        <p:spPr/>
        <p:txBody>
          <a:bodyPr/>
          <a:lstStyle/>
          <a:p>
            <a:fld id="{1FF13A8E-B326-489B-9644-EA82C99F9331}" type="datetimeFigureOut">
              <a:rPr lang="en-IL" smtClean="0"/>
              <a:t>11/10/2025</a:t>
            </a:fld>
            <a:endParaRPr lang="en-IL"/>
          </a:p>
        </p:txBody>
      </p:sp>
      <p:sp>
        <p:nvSpPr>
          <p:cNvPr id="5" name="Footer Placeholder 4">
            <a:extLst>
              <a:ext uri="{FF2B5EF4-FFF2-40B4-BE49-F238E27FC236}">
                <a16:creationId xmlns:a16="http://schemas.microsoft.com/office/drawing/2014/main" id="{77F7E588-48B4-7605-30E6-9BBF73C4742D}"/>
              </a:ext>
            </a:extLst>
          </p:cNvPr>
          <p:cNvSpPr>
            <a:spLocks noGrp="1"/>
          </p:cNvSpPr>
          <p:nvPr>
            <p:ph type="ftr" sz="quarter" idx="11"/>
          </p:nvPr>
        </p:nvSpPr>
        <p:spPr/>
        <p:txBody>
          <a:bodyPr/>
          <a:lstStyle/>
          <a:p>
            <a:endParaRPr lang="en-IL"/>
          </a:p>
        </p:txBody>
      </p:sp>
      <p:sp>
        <p:nvSpPr>
          <p:cNvPr id="6" name="Slide Number Placeholder 5">
            <a:extLst>
              <a:ext uri="{FF2B5EF4-FFF2-40B4-BE49-F238E27FC236}">
                <a16:creationId xmlns:a16="http://schemas.microsoft.com/office/drawing/2014/main" id="{E59E7784-0515-8054-FE3E-7DA7EC5B02E0}"/>
              </a:ext>
            </a:extLst>
          </p:cNvPr>
          <p:cNvSpPr>
            <a:spLocks noGrp="1"/>
          </p:cNvSpPr>
          <p:nvPr>
            <p:ph type="sldNum" sz="quarter" idx="12"/>
          </p:nvPr>
        </p:nvSpPr>
        <p:spPr/>
        <p:txBody>
          <a:bodyPr/>
          <a:lstStyle/>
          <a:p>
            <a:fld id="{49DDB64D-B1C6-4547-B5F0-0FFD98ECFE3D}" type="slidenum">
              <a:rPr lang="en-IL" smtClean="0"/>
              <a:t>‹#›</a:t>
            </a:fld>
            <a:endParaRPr lang="en-IL"/>
          </a:p>
        </p:txBody>
      </p:sp>
    </p:spTree>
    <p:extLst>
      <p:ext uri="{BB962C8B-B14F-4D97-AF65-F5344CB8AC3E}">
        <p14:creationId xmlns:p14="http://schemas.microsoft.com/office/powerpoint/2010/main" val="247455100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A755B2B-A463-A712-E7A3-5EBC6A14E68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L"/>
          </a:p>
        </p:txBody>
      </p:sp>
      <p:sp>
        <p:nvSpPr>
          <p:cNvPr id="3" name="Text Placeholder 2">
            <a:extLst>
              <a:ext uri="{FF2B5EF4-FFF2-40B4-BE49-F238E27FC236}">
                <a16:creationId xmlns:a16="http://schemas.microsoft.com/office/drawing/2014/main" id="{E64A31D2-8E7C-845F-14F4-DAFE62101AD2}"/>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L"/>
          </a:p>
        </p:txBody>
      </p:sp>
      <p:sp>
        <p:nvSpPr>
          <p:cNvPr id="4" name="Date Placeholder 3">
            <a:extLst>
              <a:ext uri="{FF2B5EF4-FFF2-40B4-BE49-F238E27FC236}">
                <a16:creationId xmlns:a16="http://schemas.microsoft.com/office/drawing/2014/main" id="{243C16AD-2AD5-0BB7-BB71-F98B4BE6108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FF13A8E-B326-489B-9644-EA82C99F9331}" type="datetimeFigureOut">
              <a:rPr lang="en-IL" smtClean="0"/>
              <a:t>11/10/2025</a:t>
            </a:fld>
            <a:endParaRPr lang="en-IL"/>
          </a:p>
        </p:txBody>
      </p:sp>
      <p:sp>
        <p:nvSpPr>
          <p:cNvPr id="5" name="Footer Placeholder 4">
            <a:extLst>
              <a:ext uri="{FF2B5EF4-FFF2-40B4-BE49-F238E27FC236}">
                <a16:creationId xmlns:a16="http://schemas.microsoft.com/office/drawing/2014/main" id="{0ABE534E-2B79-D3EA-E654-BF3DB11DF6C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L"/>
          </a:p>
        </p:txBody>
      </p:sp>
      <p:sp>
        <p:nvSpPr>
          <p:cNvPr id="6" name="Slide Number Placeholder 5">
            <a:extLst>
              <a:ext uri="{FF2B5EF4-FFF2-40B4-BE49-F238E27FC236}">
                <a16:creationId xmlns:a16="http://schemas.microsoft.com/office/drawing/2014/main" id="{956CE5D2-7405-7323-25E7-F8BE33E5CD3C}"/>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49DDB64D-B1C6-4547-B5F0-0FFD98ECFE3D}" type="slidenum">
              <a:rPr lang="en-IL" smtClean="0"/>
              <a:t>‹#›</a:t>
            </a:fld>
            <a:endParaRPr lang="en-IL"/>
          </a:p>
        </p:txBody>
      </p:sp>
    </p:spTree>
    <p:extLst>
      <p:ext uri="{BB962C8B-B14F-4D97-AF65-F5344CB8AC3E}">
        <p14:creationId xmlns:p14="http://schemas.microsoft.com/office/powerpoint/2010/main" val="153718106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I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8268B5-1D15-B23C-19AB-0ECB3A0F7F62}"/>
              </a:ext>
            </a:extLst>
          </p:cNvPr>
          <p:cNvSpPr>
            <a:spLocks noGrp="1"/>
          </p:cNvSpPr>
          <p:nvPr>
            <p:ph type="ctrTitle"/>
          </p:nvPr>
        </p:nvSpPr>
        <p:spPr/>
        <p:txBody>
          <a:bodyPr/>
          <a:lstStyle/>
          <a:p>
            <a:pPr rtl="1"/>
            <a:r>
              <a:rPr lang="he-IL" dirty="0"/>
              <a:t>ניתובים דינמיים - </a:t>
            </a:r>
            <a:r>
              <a:rPr lang="en-US" dirty="0"/>
              <a:t> OSPF, BGP</a:t>
            </a:r>
            <a:endParaRPr lang="en-IL" dirty="0"/>
          </a:p>
        </p:txBody>
      </p:sp>
    </p:spTree>
    <p:extLst>
      <p:ext uri="{BB962C8B-B14F-4D97-AF65-F5344CB8AC3E}">
        <p14:creationId xmlns:p14="http://schemas.microsoft.com/office/powerpoint/2010/main" val="223802178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E4D709-39FF-358E-B7C1-8F07BBEEFC4C}"/>
              </a:ext>
            </a:extLst>
          </p:cNvPr>
          <p:cNvSpPr>
            <a:spLocks noGrp="1"/>
          </p:cNvSpPr>
          <p:nvPr>
            <p:ph type="title"/>
          </p:nvPr>
        </p:nvSpPr>
        <p:spPr/>
        <p:txBody>
          <a:bodyPr/>
          <a:lstStyle/>
          <a:p>
            <a:pPr algn="ctr" rtl="1"/>
            <a:r>
              <a:rPr lang="he-IL" dirty="0"/>
              <a:t>ניתוב דינמי - </a:t>
            </a:r>
            <a:r>
              <a:rPr lang="en-US" dirty="0"/>
              <a:t>OSPF</a:t>
            </a:r>
            <a:endParaRPr lang="LID4096" dirty="0"/>
          </a:p>
        </p:txBody>
      </p:sp>
      <p:sp>
        <p:nvSpPr>
          <p:cNvPr id="3" name="Content Placeholder 2">
            <a:extLst>
              <a:ext uri="{FF2B5EF4-FFF2-40B4-BE49-F238E27FC236}">
                <a16:creationId xmlns:a16="http://schemas.microsoft.com/office/drawing/2014/main" id="{C8EE2550-F41F-D24D-348C-9E76823C50F3}"/>
              </a:ext>
            </a:extLst>
          </p:cNvPr>
          <p:cNvSpPr>
            <a:spLocks noGrp="1"/>
          </p:cNvSpPr>
          <p:nvPr>
            <p:ph idx="1"/>
          </p:nvPr>
        </p:nvSpPr>
        <p:spPr/>
        <p:txBody>
          <a:bodyPr>
            <a:normAutofit lnSpcReduction="10000"/>
          </a:bodyPr>
          <a:lstStyle/>
          <a:p>
            <a:pPr algn="r" rtl="1"/>
            <a:r>
              <a:rPr lang="he-IL" dirty="0"/>
              <a:t>ניתוב דינמי נועד להפוך את הרשת לחכמה ודינמית — הראוטרים “מדברים” ביניהם ומתאימים את עצמם לשינויים.</a:t>
            </a:r>
          </a:p>
          <a:p>
            <a:pPr algn="r" rtl="1"/>
            <a:r>
              <a:rPr lang="he-IL" dirty="0"/>
              <a:t>מאפשר לנתבים</a:t>
            </a:r>
            <a:r>
              <a:rPr lang="en-US" dirty="0"/>
              <a:t> </a:t>
            </a:r>
            <a:r>
              <a:rPr lang="he-IL" dirty="0"/>
              <a:t>לחשב ולהתאים אוטומטית את הנתיב הטוב ביותר להעברת מידע בתוך רשת גדולה — בלי צורך להגדיר כל נתיב ידנית.</a:t>
            </a:r>
          </a:p>
          <a:p>
            <a:pPr algn="r" rtl="1"/>
            <a:r>
              <a:rPr lang="he-IL" dirty="0"/>
              <a:t>כל ראוטר יודע את מבנה הרשת, מחשב את הדרך הקצרה ביותר לכל יעד ומתעדכן אוטומטית אם משהו משתנה.</a:t>
            </a:r>
          </a:p>
          <a:p>
            <a:pPr marL="0" lvl="0" indent="0" algn="r" rtl="1" eaLnBrk="0" fontAlgn="base" hangingPunct="0">
              <a:lnSpc>
                <a:spcPct val="100000"/>
              </a:lnSpc>
              <a:spcBef>
                <a:spcPct val="0"/>
              </a:spcBef>
              <a:spcAft>
                <a:spcPct val="0"/>
              </a:spcAft>
              <a:buFontTx/>
              <a:buChar char="•"/>
            </a:pPr>
            <a:r>
              <a:rPr lang="he-IL" altLang="LID4096" dirty="0">
                <a:latin typeface="Arial" panose="020B0604020202020204" pitchFamily="34" charset="0"/>
              </a:rPr>
              <a:t>כל ראוטר משדר מידע על הרשתות שלו לשכנים</a:t>
            </a:r>
            <a:r>
              <a:rPr lang="LID4096" altLang="LID4096" dirty="0">
                <a:latin typeface="Arial" panose="020B0604020202020204" pitchFamily="34" charset="0"/>
                <a:cs typeface="Arial" panose="020B0604020202020204" pitchFamily="34" charset="0"/>
              </a:rPr>
              <a:t>.</a:t>
            </a:r>
            <a:endParaRPr lang="LID4096" altLang="LID4096" dirty="0">
              <a:latin typeface="Arial" panose="020B0604020202020204" pitchFamily="34" charset="0"/>
            </a:endParaRPr>
          </a:p>
          <a:p>
            <a:pPr marL="0" lvl="0" indent="0" algn="r" rtl="1" eaLnBrk="0" fontAlgn="base" hangingPunct="0">
              <a:lnSpc>
                <a:spcPct val="100000"/>
              </a:lnSpc>
              <a:spcBef>
                <a:spcPct val="0"/>
              </a:spcBef>
              <a:spcAft>
                <a:spcPct val="0"/>
              </a:spcAft>
              <a:buFontTx/>
              <a:buChar char="•"/>
            </a:pPr>
            <a:r>
              <a:rPr lang="he-IL" altLang="LID4096" dirty="0">
                <a:latin typeface="Arial" panose="020B0604020202020204" pitchFamily="34" charset="0"/>
              </a:rPr>
              <a:t>כל הראוטרים בונים מפת רשת.</a:t>
            </a:r>
            <a:endParaRPr lang="LID4096" altLang="LID4096" dirty="0">
              <a:latin typeface="Arial" panose="020B0604020202020204" pitchFamily="34" charset="0"/>
            </a:endParaRPr>
          </a:p>
          <a:p>
            <a:pPr marL="0" lvl="0" indent="0" algn="r" rtl="1" eaLnBrk="0" fontAlgn="base" hangingPunct="0">
              <a:lnSpc>
                <a:spcPct val="100000"/>
              </a:lnSpc>
              <a:spcBef>
                <a:spcPct val="0"/>
              </a:spcBef>
              <a:spcAft>
                <a:spcPct val="0"/>
              </a:spcAft>
              <a:buFontTx/>
              <a:buChar char="•"/>
            </a:pPr>
            <a:r>
              <a:rPr lang="LID4096" altLang="LID4096" dirty="0">
                <a:latin typeface="Arial" panose="020B0604020202020204" pitchFamily="34" charset="0"/>
                <a:cs typeface="Arial" panose="020B0604020202020204" pitchFamily="34" charset="0"/>
              </a:rPr>
              <a:t> </a:t>
            </a:r>
            <a:r>
              <a:rPr lang="he-IL" altLang="LID4096" dirty="0">
                <a:latin typeface="Arial" panose="020B0604020202020204" pitchFamily="34" charset="0"/>
              </a:rPr>
              <a:t>כל ראוטר מחשב את הנתיב הקצר ביותר לכל יעד</a:t>
            </a:r>
            <a:r>
              <a:rPr lang="LID4096" altLang="LID4096" dirty="0">
                <a:latin typeface="Arial" panose="020B0604020202020204" pitchFamily="34" charset="0"/>
                <a:cs typeface="Arial" panose="020B0604020202020204" pitchFamily="34" charset="0"/>
              </a:rPr>
              <a:t>.</a:t>
            </a:r>
            <a:endParaRPr lang="LID4096" altLang="LID4096" dirty="0">
              <a:latin typeface="Arial" panose="020B0604020202020204" pitchFamily="34" charset="0"/>
            </a:endParaRPr>
          </a:p>
          <a:p>
            <a:pPr marL="0" lvl="0" indent="0" algn="r" rtl="1" eaLnBrk="0" fontAlgn="base" hangingPunct="0">
              <a:lnSpc>
                <a:spcPct val="100000"/>
              </a:lnSpc>
              <a:spcBef>
                <a:spcPct val="0"/>
              </a:spcBef>
              <a:spcAft>
                <a:spcPct val="0"/>
              </a:spcAft>
              <a:buFontTx/>
              <a:buChar char="•"/>
            </a:pPr>
            <a:r>
              <a:rPr lang="he-IL" altLang="LID4096" dirty="0">
                <a:latin typeface="Arial" panose="020B0604020202020204" pitchFamily="34" charset="0"/>
              </a:rPr>
              <a:t>אם קישור נופל — הראוטרים מיד מתעדכנים ומחשבים מחדש את הנתיב.</a:t>
            </a:r>
            <a:endParaRPr lang="he-IL" dirty="0"/>
          </a:p>
        </p:txBody>
      </p:sp>
    </p:spTree>
    <p:extLst>
      <p:ext uri="{BB962C8B-B14F-4D97-AF65-F5344CB8AC3E}">
        <p14:creationId xmlns:p14="http://schemas.microsoft.com/office/powerpoint/2010/main" val="102778411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90EA302-EB2D-B673-825E-255B23A9CEC0}"/>
              </a:ext>
            </a:extLst>
          </p:cNvPr>
          <p:cNvSpPr>
            <a:spLocks noGrp="1"/>
          </p:cNvSpPr>
          <p:nvPr>
            <p:ph idx="1"/>
          </p:nvPr>
        </p:nvSpPr>
        <p:spPr>
          <a:xfrm>
            <a:off x="838200" y="390418"/>
            <a:ext cx="10515600" cy="5786545"/>
          </a:xfrm>
        </p:spPr>
        <p:txBody>
          <a:bodyPr>
            <a:normAutofit/>
          </a:bodyPr>
          <a:lstStyle/>
          <a:p>
            <a:pPr algn="r" rtl="1"/>
            <a:r>
              <a:rPr lang="he-IL" dirty="0"/>
              <a:t>ניתוב דינמי עובד עם </a:t>
            </a:r>
            <a:r>
              <a:rPr lang="en-US" dirty="0"/>
              <a:t>wildcard</a:t>
            </a:r>
          </a:p>
          <a:p>
            <a:pPr algn="r" rtl="1"/>
            <a:r>
              <a:rPr lang="en-US" dirty="0"/>
              <a:t>wildcard</a:t>
            </a:r>
            <a:r>
              <a:rPr lang="he-IL" dirty="0"/>
              <a:t> זה ההופכי של הסבנט מאסק</a:t>
            </a:r>
            <a:endParaRPr lang="en-US" dirty="0"/>
          </a:p>
          <a:p>
            <a:pPr algn="r" rtl="1"/>
            <a:r>
              <a:rPr lang="he-IL" dirty="0"/>
              <a:t>לדוג' ה </a:t>
            </a:r>
            <a:r>
              <a:rPr lang="en-US" dirty="0"/>
              <a:t>wildcard</a:t>
            </a:r>
            <a:r>
              <a:rPr lang="he-IL" dirty="0"/>
              <a:t> של 255.255.255.0 הוא 0.0.0.255</a:t>
            </a:r>
          </a:p>
          <a:p>
            <a:pPr algn="r" rtl="1"/>
            <a:r>
              <a:rPr lang="he-IL" dirty="0"/>
              <a:t>ה </a:t>
            </a:r>
            <a:r>
              <a:rPr lang="en-US" dirty="0"/>
              <a:t>wildcard</a:t>
            </a:r>
            <a:r>
              <a:rPr lang="he-IL" dirty="0"/>
              <a:t> של 255.255.255.224 הוא 0.0.0.31</a:t>
            </a:r>
          </a:p>
          <a:p>
            <a:pPr algn="r" rtl="1"/>
            <a:r>
              <a:rPr lang="he-IL" dirty="0"/>
              <a:t>ה </a:t>
            </a:r>
            <a:r>
              <a:rPr lang="en-US" dirty="0"/>
              <a:t>wildcard</a:t>
            </a:r>
            <a:r>
              <a:rPr lang="he-IL" dirty="0"/>
              <a:t> של 255.255.192.0 הוא 0.0.63.255</a:t>
            </a:r>
          </a:p>
          <a:p>
            <a:pPr algn="r" rtl="1"/>
            <a:r>
              <a:rPr lang="he-IL" dirty="0"/>
              <a:t>כיון שכל ראוטר מפרסם את הרשתות שמחוברות אליו לשכנים שלו, ובונה מפה של כל הרשת – זה צורך יותר משאבים (</a:t>
            </a:r>
            <a:r>
              <a:rPr lang="en-US" dirty="0"/>
              <a:t>CPU </a:t>
            </a:r>
            <a:r>
              <a:rPr lang="he-IL" dirty="0"/>
              <a:t>וזיכרון).</a:t>
            </a:r>
          </a:p>
          <a:p>
            <a:pPr algn="r" rtl="1"/>
            <a:r>
              <a:rPr lang="he-IL" dirty="0"/>
              <a:t>כדי להקל אנחנו ממחלקים את הרשת לכמה איזורים – </a:t>
            </a:r>
            <a:r>
              <a:rPr lang="en-US" dirty="0"/>
              <a:t>area</a:t>
            </a:r>
          </a:p>
          <a:p>
            <a:pPr algn="r" rtl="1"/>
            <a:r>
              <a:rPr lang="he-IL" dirty="0"/>
              <a:t>חובה שיהיה </a:t>
            </a:r>
            <a:r>
              <a:rPr lang="en-US" dirty="0"/>
              <a:t>area 0</a:t>
            </a:r>
          </a:p>
          <a:p>
            <a:pPr algn="r" rtl="1"/>
            <a:r>
              <a:rPr lang="he-IL" dirty="0"/>
              <a:t>אנחנו נעבוד רק עם </a:t>
            </a:r>
            <a:r>
              <a:rPr lang="en-US" dirty="0"/>
              <a:t>area 0</a:t>
            </a:r>
            <a:endParaRPr lang="he-IL" dirty="0"/>
          </a:p>
          <a:p>
            <a:pPr marL="0" indent="0" algn="r" rtl="1">
              <a:buNone/>
            </a:pPr>
            <a:endParaRPr lang="he-IL" dirty="0"/>
          </a:p>
          <a:p>
            <a:pPr algn="r" rtl="1"/>
            <a:endParaRPr lang="he-IL" dirty="0"/>
          </a:p>
          <a:p>
            <a:pPr algn="r" rtl="1"/>
            <a:endParaRPr lang="he-IL" dirty="0"/>
          </a:p>
          <a:p>
            <a:pPr algn="r" rtl="1"/>
            <a:endParaRPr lang="en-IL" dirty="0"/>
          </a:p>
        </p:txBody>
      </p:sp>
    </p:spTree>
    <p:extLst>
      <p:ext uri="{BB962C8B-B14F-4D97-AF65-F5344CB8AC3E}">
        <p14:creationId xmlns:p14="http://schemas.microsoft.com/office/powerpoint/2010/main" val="314552110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495927-5226-5752-0513-E56B10083F4F}"/>
              </a:ext>
            </a:extLst>
          </p:cNvPr>
          <p:cNvSpPr>
            <a:spLocks noGrp="1"/>
          </p:cNvSpPr>
          <p:nvPr>
            <p:ph idx="1"/>
          </p:nvPr>
        </p:nvSpPr>
        <p:spPr/>
        <p:txBody>
          <a:bodyPr/>
          <a:lstStyle/>
          <a:p>
            <a:pPr algn="r" rtl="1"/>
            <a:r>
              <a:rPr lang="he-IL" dirty="0"/>
              <a:t>הפקודה להגדרת </a:t>
            </a:r>
            <a:r>
              <a:rPr lang="en-US" dirty="0" err="1"/>
              <a:t>ospf</a:t>
            </a:r>
            <a:endParaRPr lang="en-US" dirty="0"/>
          </a:p>
          <a:p>
            <a:pPr algn="r" rtl="1"/>
            <a:r>
              <a:rPr lang="en-US" dirty="0"/>
              <a:t>router </a:t>
            </a:r>
            <a:r>
              <a:rPr lang="en-US" dirty="0" err="1"/>
              <a:t>ospf</a:t>
            </a:r>
            <a:r>
              <a:rPr lang="en-US" dirty="0"/>
              <a:t> 1</a:t>
            </a:r>
          </a:p>
          <a:p>
            <a:pPr algn="r" rtl="1"/>
            <a:r>
              <a:rPr lang="en-US" dirty="0"/>
              <a:t>network 192.168.1.0 0.0.0.255 area 0</a:t>
            </a:r>
            <a:r>
              <a:rPr lang="he-IL" dirty="0"/>
              <a:t> – פרסום הרשתות שמחוברות לראוטר – חוזרים על הפקודה הזו לפי הרשתות שמחוברות לראוטר.</a:t>
            </a:r>
            <a:endParaRPr lang="en-US" dirty="0"/>
          </a:p>
          <a:p>
            <a:pPr algn="r" rtl="1"/>
            <a:endParaRPr lang="en-US" dirty="0"/>
          </a:p>
          <a:p>
            <a:pPr algn="r" rtl="1"/>
            <a:endParaRPr lang="en-US" dirty="0"/>
          </a:p>
          <a:p>
            <a:pPr algn="r" rtl="1"/>
            <a:r>
              <a:rPr lang="he-IL" dirty="0"/>
              <a:t>לאחר שמגדירים את הרשתות תקפוץ ההודעה הזו שאומרת שהפרסום עבד בצורה תקינה.</a:t>
            </a:r>
            <a:endParaRPr lang="en-US" dirty="0"/>
          </a:p>
          <a:p>
            <a:pPr algn="r" rtl="1"/>
            <a:endParaRPr lang="en-US" dirty="0"/>
          </a:p>
          <a:p>
            <a:pPr algn="r" rtl="1"/>
            <a:endParaRPr lang="en-US" dirty="0"/>
          </a:p>
          <a:p>
            <a:pPr marL="0" indent="0" algn="r" rtl="1">
              <a:buNone/>
            </a:pPr>
            <a:endParaRPr lang="he-IL" dirty="0"/>
          </a:p>
          <a:p>
            <a:pPr algn="r" rtl="1"/>
            <a:endParaRPr lang="en-IL" dirty="0"/>
          </a:p>
        </p:txBody>
      </p:sp>
      <p:pic>
        <p:nvPicPr>
          <p:cNvPr id="5" name="Picture 4">
            <a:extLst>
              <a:ext uri="{FF2B5EF4-FFF2-40B4-BE49-F238E27FC236}">
                <a16:creationId xmlns:a16="http://schemas.microsoft.com/office/drawing/2014/main" id="{78D18EFA-B323-5EF5-9209-2B98B0AE1485}"/>
              </a:ext>
            </a:extLst>
          </p:cNvPr>
          <p:cNvPicPr>
            <a:picLocks noChangeAspect="1"/>
          </p:cNvPicPr>
          <p:nvPr/>
        </p:nvPicPr>
        <p:blipFill>
          <a:blip r:embed="rId2"/>
          <a:stretch>
            <a:fillRect/>
          </a:stretch>
        </p:blipFill>
        <p:spPr>
          <a:xfrm>
            <a:off x="4136904" y="3844485"/>
            <a:ext cx="6096313" cy="463574"/>
          </a:xfrm>
          <a:prstGeom prst="rect">
            <a:avLst/>
          </a:prstGeom>
        </p:spPr>
      </p:pic>
    </p:spTree>
    <p:extLst>
      <p:ext uri="{BB962C8B-B14F-4D97-AF65-F5344CB8AC3E}">
        <p14:creationId xmlns:p14="http://schemas.microsoft.com/office/powerpoint/2010/main" val="56490078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89A8A03-63A6-36C0-1AF5-71D44B191970}"/>
              </a:ext>
            </a:extLst>
          </p:cNvPr>
          <p:cNvSpPr>
            <a:spLocks noGrp="1"/>
          </p:cNvSpPr>
          <p:nvPr>
            <p:ph type="title"/>
          </p:nvPr>
        </p:nvSpPr>
        <p:spPr/>
        <p:txBody>
          <a:bodyPr/>
          <a:lstStyle/>
          <a:p>
            <a:pPr algn="ctr"/>
            <a:r>
              <a:rPr lang="he-IL" dirty="0"/>
              <a:t> - הרחבה (לא חובה)</a:t>
            </a:r>
            <a:r>
              <a:rPr lang="en-US" dirty="0"/>
              <a:t>Passive-interface</a:t>
            </a:r>
            <a:endParaRPr lang="en-IL" dirty="0"/>
          </a:p>
        </p:txBody>
      </p:sp>
      <p:sp>
        <p:nvSpPr>
          <p:cNvPr id="3" name="Content Placeholder 2">
            <a:extLst>
              <a:ext uri="{FF2B5EF4-FFF2-40B4-BE49-F238E27FC236}">
                <a16:creationId xmlns:a16="http://schemas.microsoft.com/office/drawing/2014/main" id="{09E1125C-66AA-F54B-C88E-EADF448B5219}"/>
              </a:ext>
            </a:extLst>
          </p:cNvPr>
          <p:cNvSpPr>
            <a:spLocks noGrp="1"/>
          </p:cNvSpPr>
          <p:nvPr>
            <p:ph idx="1"/>
          </p:nvPr>
        </p:nvSpPr>
        <p:spPr/>
        <p:txBody>
          <a:bodyPr>
            <a:normAutofit/>
          </a:bodyPr>
          <a:lstStyle/>
          <a:p>
            <a:pPr algn="r" rtl="1"/>
            <a:r>
              <a:rPr lang="he-IL" dirty="0"/>
              <a:t>אנחנו רוצים לחסוך לראוטר לעבוד ללא צורך ולכן רגל שאינה מחוברת לראוטר אחר אלא לסויץ' ולמחשב, לא צריך שהראוטר ישלח לשם את פירסום הכתובות שלו ולכן נגדיר לו שלרגל הזו לא צריך לשלוח</a:t>
            </a:r>
          </a:p>
          <a:p>
            <a:pPr algn="r" rtl="1"/>
            <a:r>
              <a:rPr lang="en-US" dirty="0"/>
              <a:t>router </a:t>
            </a:r>
            <a:r>
              <a:rPr lang="en-US" dirty="0" err="1"/>
              <a:t>ospf</a:t>
            </a:r>
            <a:r>
              <a:rPr lang="en-US" dirty="0"/>
              <a:t> 1</a:t>
            </a:r>
          </a:p>
          <a:p>
            <a:pPr algn="r" rtl="1"/>
            <a:r>
              <a:rPr lang="en-US" dirty="0"/>
              <a:t>passive-interface g0/0</a:t>
            </a:r>
          </a:p>
        </p:txBody>
      </p:sp>
    </p:spTree>
    <p:extLst>
      <p:ext uri="{BB962C8B-B14F-4D97-AF65-F5344CB8AC3E}">
        <p14:creationId xmlns:p14="http://schemas.microsoft.com/office/powerpoint/2010/main" val="399678007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D741304A-C56A-3AF4-936A-329752A13056}"/>
              </a:ext>
            </a:extLst>
          </p:cNvPr>
          <p:cNvPicPr>
            <a:picLocks noGrp="1" noChangeAspect="1"/>
          </p:cNvPicPr>
          <p:nvPr>
            <p:ph idx="1"/>
          </p:nvPr>
        </p:nvPicPr>
        <p:blipFill>
          <a:blip r:embed="rId2"/>
          <a:stretch>
            <a:fillRect/>
          </a:stretch>
        </p:blipFill>
        <p:spPr>
          <a:xfrm>
            <a:off x="1187521" y="626723"/>
            <a:ext cx="10515600" cy="4561039"/>
          </a:xfrm>
        </p:spPr>
      </p:pic>
    </p:spTree>
    <p:extLst>
      <p:ext uri="{BB962C8B-B14F-4D97-AF65-F5344CB8AC3E}">
        <p14:creationId xmlns:p14="http://schemas.microsoft.com/office/powerpoint/2010/main" val="321956965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6221F87-C3EA-1270-77AF-317D1CB01866}"/>
              </a:ext>
            </a:extLst>
          </p:cNvPr>
          <p:cNvSpPr>
            <a:spLocks noGrp="1"/>
          </p:cNvSpPr>
          <p:nvPr>
            <p:ph type="title"/>
          </p:nvPr>
        </p:nvSpPr>
        <p:spPr/>
        <p:txBody>
          <a:bodyPr/>
          <a:lstStyle/>
          <a:p>
            <a:pPr algn="ctr"/>
            <a:r>
              <a:rPr lang="he-IL" dirty="0"/>
              <a:t> - הרחבה(לא חובה)</a:t>
            </a:r>
            <a:r>
              <a:rPr lang="en-US" dirty="0"/>
              <a:t>Default-route</a:t>
            </a:r>
            <a:endParaRPr lang="en-IL" dirty="0"/>
          </a:p>
        </p:txBody>
      </p:sp>
      <p:sp>
        <p:nvSpPr>
          <p:cNvPr id="3" name="Content Placeholder 2">
            <a:extLst>
              <a:ext uri="{FF2B5EF4-FFF2-40B4-BE49-F238E27FC236}">
                <a16:creationId xmlns:a16="http://schemas.microsoft.com/office/drawing/2014/main" id="{FA09A6BA-9343-5C6E-9280-93A1E78A6E97}"/>
              </a:ext>
            </a:extLst>
          </p:cNvPr>
          <p:cNvSpPr>
            <a:spLocks noGrp="1"/>
          </p:cNvSpPr>
          <p:nvPr>
            <p:ph idx="1"/>
          </p:nvPr>
        </p:nvSpPr>
        <p:spPr/>
        <p:txBody>
          <a:bodyPr/>
          <a:lstStyle/>
          <a:p>
            <a:pPr algn="r" rtl="1"/>
            <a:r>
              <a:rPr lang="he-IL" dirty="0"/>
              <a:t>כדי להגדיר </a:t>
            </a:r>
            <a:r>
              <a:rPr lang="en-US" dirty="0"/>
              <a:t>default-route</a:t>
            </a:r>
            <a:r>
              <a:rPr lang="he-IL" dirty="0"/>
              <a:t> ולפרסם את זה לכולם – מגדירים באחד הראוטרים(בטופולוגיה שבשקף הקודם ההגדרה תהיה ב </a:t>
            </a:r>
            <a:r>
              <a:rPr lang="en-US" dirty="0"/>
              <a:t>router0</a:t>
            </a:r>
            <a:r>
              <a:rPr lang="he-IL" dirty="0"/>
              <a:t>) </a:t>
            </a:r>
            <a:r>
              <a:rPr lang="en-US" dirty="0"/>
              <a:t>default route</a:t>
            </a:r>
            <a:r>
              <a:rPr lang="he-IL" dirty="0"/>
              <a:t> ומפרסמים את זה לכולם</a:t>
            </a:r>
          </a:p>
          <a:p>
            <a:pPr algn="r" rtl="1"/>
            <a:r>
              <a:rPr lang="en-US" dirty="0" err="1"/>
              <a:t>ip</a:t>
            </a:r>
            <a:r>
              <a:rPr lang="en-US" dirty="0"/>
              <a:t> route 0.0.0.0 0.0.0.0 g0/2</a:t>
            </a:r>
          </a:p>
          <a:p>
            <a:pPr algn="r" rtl="1"/>
            <a:r>
              <a:rPr lang="en-US" dirty="0"/>
              <a:t>router </a:t>
            </a:r>
            <a:r>
              <a:rPr lang="en-US" dirty="0" err="1"/>
              <a:t>ospf</a:t>
            </a:r>
            <a:r>
              <a:rPr lang="en-US" dirty="0"/>
              <a:t> 1</a:t>
            </a:r>
          </a:p>
          <a:p>
            <a:pPr algn="r" rtl="1"/>
            <a:r>
              <a:rPr lang="en-US" dirty="0"/>
              <a:t>default-information originate</a:t>
            </a:r>
            <a:r>
              <a:rPr lang="he-IL" dirty="0"/>
              <a:t> – מפרסם לכל הראוטרים את ה </a:t>
            </a:r>
            <a:r>
              <a:rPr lang="en-US" dirty="0"/>
              <a:t>default route</a:t>
            </a:r>
            <a:endParaRPr lang="he-IL" dirty="0"/>
          </a:p>
          <a:p>
            <a:pPr algn="r" rtl="1"/>
            <a:endParaRPr lang="en-IL" dirty="0"/>
          </a:p>
        </p:txBody>
      </p:sp>
    </p:spTree>
    <p:extLst>
      <p:ext uri="{BB962C8B-B14F-4D97-AF65-F5344CB8AC3E}">
        <p14:creationId xmlns:p14="http://schemas.microsoft.com/office/powerpoint/2010/main" val="71509912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CEFB34-183F-A8E4-B345-917CA15D283E}"/>
              </a:ext>
            </a:extLst>
          </p:cNvPr>
          <p:cNvSpPr>
            <a:spLocks noGrp="1"/>
          </p:cNvSpPr>
          <p:nvPr>
            <p:ph type="title"/>
          </p:nvPr>
        </p:nvSpPr>
        <p:spPr/>
        <p:txBody>
          <a:bodyPr/>
          <a:lstStyle/>
          <a:p>
            <a:pPr algn="ctr" rtl="1"/>
            <a:r>
              <a:rPr lang="en-US" dirty="0"/>
              <a:t>OSPF</a:t>
            </a:r>
            <a:r>
              <a:rPr lang="he-IL" dirty="0"/>
              <a:t> עם כמה אזורים(</a:t>
            </a:r>
            <a:r>
              <a:rPr lang="en-US" dirty="0"/>
              <a:t>area</a:t>
            </a:r>
            <a:r>
              <a:rPr lang="he-IL" dirty="0"/>
              <a:t>)</a:t>
            </a:r>
            <a:endParaRPr lang="en-IL" dirty="0"/>
          </a:p>
        </p:txBody>
      </p:sp>
      <p:pic>
        <p:nvPicPr>
          <p:cNvPr id="5" name="Content Placeholder 4">
            <a:extLst>
              <a:ext uri="{FF2B5EF4-FFF2-40B4-BE49-F238E27FC236}">
                <a16:creationId xmlns:a16="http://schemas.microsoft.com/office/drawing/2014/main" id="{3371A642-70D9-E7D5-BFA4-D28D16024CC7}"/>
              </a:ext>
            </a:extLst>
          </p:cNvPr>
          <p:cNvPicPr>
            <a:picLocks noGrp="1" noChangeAspect="1"/>
          </p:cNvPicPr>
          <p:nvPr>
            <p:ph idx="1"/>
          </p:nvPr>
        </p:nvPicPr>
        <p:blipFill>
          <a:blip r:embed="rId2"/>
          <a:stretch>
            <a:fillRect/>
          </a:stretch>
        </p:blipFill>
        <p:spPr>
          <a:xfrm>
            <a:off x="586208" y="1943999"/>
            <a:ext cx="10515600" cy="4130210"/>
          </a:xfrm>
        </p:spPr>
      </p:pic>
      <p:sp>
        <p:nvSpPr>
          <p:cNvPr id="3" name="TextBox 2">
            <a:extLst>
              <a:ext uri="{FF2B5EF4-FFF2-40B4-BE49-F238E27FC236}">
                <a16:creationId xmlns:a16="http://schemas.microsoft.com/office/drawing/2014/main" id="{EDC6E362-9229-30B6-C5FA-6A9976428EA8}"/>
              </a:ext>
            </a:extLst>
          </p:cNvPr>
          <p:cNvSpPr txBox="1"/>
          <p:nvPr/>
        </p:nvSpPr>
        <p:spPr>
          <a:xfrm>
            <a:off x="2831689" y="1367522"/>
            <a:ext cx="5792388" cy="646331"/>
          </a:xfrm>
          <a:prstGeom prst="rect">
            <a:avLst/>
          </a:prstGeom>
          <a:noFill/>
        </p:spPr>
        <p:txBody>
          <a:bodyPr wrap="square" rtlCol="0">
            <a:spAutoFit/>
          </a:bodyPr>
          <a:lstStyle/>
          <a:p>
            <a:pPr algn="r" rtl="1"/>
            <a:r>
              <a:rPr lang="he-IL" dirty="0"/>
              <a:t>חייב להיות </a:t>
            </a:r>
            <a:r>
              <a:rPr lang="en-US" dirty="0"/>
              <a:t>area 0</a:t>
            </a:r>
            <a:endParaRPr lang="he-IL" dirty="0"/>
          </a:p>
          <a:p>
            <a:pPr algn="r" rtl="1"/>
            <a:r>
              <a:rPr lang="he-IL" dirty="0"/>
              <a:t>ראוטר אחד חייב להיות בגבול שבין </a:t>
            </a:r>
            <a:r>
              <a:rPr lang="en-US" dirty="0"/>
              <a:t>area 0</a:t>
            </a:r>
            <a:r>
              <a:rPr lang="he-IL" dirty="0"/>
              <a:t> לאיזור אחר</a:t>
            </a:r>
            <a:endParaRPr lang="LID4096" dirty="0"/>
          </a:p>
        </p:txBody>
      </p:sp>
    </p:spTree>
    <p:extLst>
      <p:ext uri="{BB962C8B-B14F-4D97-AF65-F5344CB8AC3E}">
        <p14:creationId xmlns:p14="http://schemas.microsoft.com/office/powerpoint/2010/main" val="38718542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a:extLst>
              <a:ext uri="{FF2B5EF4-FFF2-40B4-BE49-F238E27FC236}">
                <a16:creationId xmlns:a16="http://schemas.microsoft.com/office/drawing/2014/main" id="{1C349893-3732-DD5B-B3E3-C1DA76D45986}"/>
              </a:ext>
            </a:extLst>
          </p:cNvPr>
          <p:cNvPicPr>
            <a:picLocks noGrp="1" noChangeAspect="1"/>
          </p:cNvPicPr>
          <p:nvPr>
            <p:ph idx="1"/>
          </p:nvPr>
        </p:nvPicPr>
        <p:blipFill>
          <a:blip r:embed="rId2"/>
          <a:stretch>
            <a:fillRect/>
          </a:stretch>
        </p:blipFill>
        <p:spPr>
          <a:xfrm>
            <a:off x="1191802" y="1510301"/>
            <a:ext cx="9111289" cy="4469119"/>
          </a:xfrm>
        </p:spPr>
      </p:pic>
    </p:spTree>
    <p:extLst>
      <p:ext uri="{BB962C8B-B14F-4D97-AF65-F5344CB8AC3E}">
        <p14:creationId xmlns:p14="http://schemas.microsoft.com/office/powerpoint/2010/main" val="387464357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6A3773D-E7A4-143E-014C-256984F1E745}"/>
              </a:ext>
            </a:extLst>
          </p:cNvPr>
          <p:cNvSpPr>
            <a:spLocks noGrp="1"/>
          </p:cNvSpPr>
          <p:nvPr>
            <p:ph idx="1"/>
          </p:nvPr>
        </p:nvSpPr>
        <p:spPr>
          <a:xfrm>
            <a:off x="662709" y="206232"/>
            <a:ext cx="10515600" cy="6407003"/>
          </a:xfrm>
        </p:spPr>
        <p:txBody>
          <a:bodyPr>
            <a:normAutofit/>
          </a:bodyPr>
          <a:lstStyle/>
          <a:p>
            <a:pPr algn="r" rtl="1"/>
            <a:r>
              <a:rPr lang="he-IL" dirty="0">
                <a:highlight>
                  <a:srgbClr val="F8F9FA"/>
                </a:highlight>
                <a:latin typeface="Roboto" panose="02000000000000000000" pitchFamily="2" charset="0"/>
              </a:rPr>
              <a:t>בטופולוגיה שבשקף הקודם - כששולחים </a:t>
            </a:r>
            <a:r>
              <a:rPr lang="en-US" dirty="0" err="1">
                <a:highlight>
                  <a:srgbClr val="F8F9FA"/>
                </a:highlight>
                <a:latin typeface="Roboto" panose="02000000000000000000" pitchFamily="2" charset="0"/>
              </a:rPr>
              <a:t>tracert</a:t>
            </a:r>
            <a:r>
              <a:rPr lang="he-IL" dirty="0">
                <a:highlight>
                  <a:srgbClr val="F8F9FA"/>
                </a:highlight>
                <a:latin typeface="Roboto" panose="02000000000000000000" pitchFamily="2" charset="0"/>
              </a:rPr>
              <a:t> מהמחשב לשרת רואים שההודעה עוברת דרך הנתיב הקצר ביותר</a:t>
            </a:r>
            <a:endParaRPr lang="en-US" dirty="0">
              <a:highlight>
                <a:srgbClr val="F8F9FA"/>
              </a:highlight>
              <a:latin typeface="Roboto" panose="02000000000000000000" pitchFamily="2" charset="0"/>
            </a:endParaRPr>
          </a:p>
          <a:p>
            <a:pPr algn="r" rtl="1"/>
            <a:endParaRPr lang="he-IL" dirty="0">
              <a:highlight>
                <a:srgbClr val="F8F9FA"/>
              </a:highlight>
              <a:latin typeface="Roboto" panose="02000000000000000000" pitchFamily="2" charset="0"/>
            </a:endParaRPr>
          </a:p>
          <a:p>
            <a:pPr algn="r" rtl="1"/>
            <a:endParaRPr lang="en-US" b="0" i="0" dirty="0">
              <a:effectLst/>
              <a:highlight>
                <a:srgbClr val="F8F9FA"/>
              </a:highlight>
              <a:latin typeface="Roboto" panose="02000000000000000000" pitchFamily="2" charset="0"/>
            </a:endParaRPr>
          </a:p>
          <a:p>
            <a:pPr algn="r" rtl="1"/>
            <a:endParaRPr lang="en-US" dirty="0">
              <a:highlight>
                <a:srgbClr val="F8F9FA"/>
              </a:highlight>
              <a:latin typeface="Roboto" panose="02000000000000000000" pitchFamily="2" charset="0"/>
            </a:endParaRPr>
          </a:p>
          <a:p>
            <a:pPr algn="r" rtl="1"/>
            <a:endParaRPr lang="en-US" b="0" i="0" dirty="0">
              <a:effectLst/>
              <a:highlight>
                <a:srgbClr val="F8F9FA"/>
              </a:highlight>
              <a:latin typeface="Roboto" panose="02000000000000000000" pitchFamily="2" charset="0"/>
            </a:endParaRPr>
          </a:p>
          <a:p>
            <a:pPr algn="r" rtl="1"/>
            <a:r>
              <a:rPr lang="he-IL" b="0" i="0" dirty="0">
                <a:effectLst/>
                <a:highlight>
                  <a:srgbClr val="F8F9FA"/>
                </a:highlight>
                <a:latin typeface="Roboto" panose="02000000000000000000" pitchFamily="2" charset="0"/>
              </a:rPr>
              <a:t>אבל כשאחד הפורטים בנתיב הקצר נפגע, </a:t>
            </a:r>
          </a:p>
          <a:p>
            <a:pPr algn="r" rtl="1"/>
            <a:r>
              <a:rPr lang="he-IL" b="0" i="0" dirty="0">
                <a:effectLst/>
                <a:highlight>
                  <a:srgbClr val="F8F9FA"/>
                </a:highlight>
                <a:latin typeface="Roboto" panose="02000000000000000000" pitchFamily="2" charset="0"/>
              </a:rPr>
              <a:t>בזכות הניתוב הדינמי הראוטרים מעדכנים את טבלת הניתוב וההודעה תישלח דרך הנתיב הארוך יותר</a:t>
            </a:r>
          </a:p>
          <a:p>
            <a:pPr algn="r" rtl="1"/>
            <a:endParaRPr lang="he-IL" b="0" i="0" dirty="0">
              <a:effectLst/>
              <a:highlight>
                <a:srgbClr val="F8F9FA"/>
              </a:highlight>
              <a:latin typeface="Roboto" panose="02000000000000000000" pitchFamily="2" charset="0"/>
            </a:endParaRPr>
          </a:p>
          <a:p>
            <a:pPr algn="r" rtl="1"/>
            <a:endParaRPr lang="he-IL" dirty="0">
              <a:highlight>
                <a:srgbClr val="F8F9FA"/>
              </a:highlight>
              <a:latin typeface="Roboto" panose="02000000000000000000" pitchFamily="2" charset="0"/>
            </a:endParaRPr>
          </a:p>
          <a:p>
            <a:pPr algn="r" rtl="1"/>
            <a:endParaRPr lang="he-IL" b="0" i="0" dirty="0">
              <a:effectLst/>
              <a:highlight>
                <a:srgbClr val="F8F9FA"/>
              </a:highlight>
              <a:latin typeface="Roboto" panose="02000000000000000000" pitchFamily="2" charset="0"/>
            </a:endParaRPr>
          </a:p>
          <a:p>
            <a:pPr algn="r" rtl="1"/>
            <a:r>
              <a:rPr lang="he-IL" b="0" i="0" dirty="0">
                <a:effectLst/>
                <a:highlight>
                  <a:srgbClr val="F8F9FA"/>
                </a:highlight>
                <a:latin typeface="Roboto" panose="02000000000000000000" pitchFamily="2" charset="0"/>
              </a:rPr>
              <a:t>וכשמתקנים את הפורט הפגוע הנתיב חוזר </a:t>
            </a:r>
            <a:r>
              <a:rPr lang="he-IL" b="0" i="0">
                <a:effectLst/>
                <a:highlight>
                  <a:srgbClr val="F8F9FA"/>
                </a:highlight>
                <a:latin typeface="Roboto" panose="02000000000000000000" pitchFamily="2" charset="0"/>
              </a:rPr>
              <a:t>לנתיב הקצר</a:t>
            </a:r>
            <a:endParaRPr lang="he-IL" b="0" i="0" dirty="0">
              <a:effectLst/>
              <a:highlight>
                <a:srgbClr val="F8F9FA"/>
              </a:highlight>
              <a:latin typeface="Roboto" panose="02000000000000000000" pitchFamily="2" charset="0"/>
            </a:endParaRPr>
          </a:p>
          <a:p>
            <a:pPr algn="r" rtl="1"/>
            <a:endParaRPr lang="he-IL" dirty="0"/>
          </a:p>
          <a:p>
            <a:pPr algn="r" rtl="1"/>
            <a:endParaRPr lang="en-IL" dirty="0"/>
          </a:p>
        </p:txBody>
      </p:sp>
      <p:pic>
        <p:nvPicPr>
          <p:cNvPr id="5" name="Picture 4">
            <a:extLst>
              <a:ext uri="{FF2B5EF4-FFF2-40B4-BE49-F238E27FC236}">
                <a16:creationId xmlns:a16="http://schemas.microsoft.com/office/drawing/2014/main" id="{6ADE40D8-E8DD-A469-511A-404C47E1AE3F}"/>
              </a:ext>
            </a:extLst>
          </p:cNvPr>
          <p:cNvPicPr>
            <a:picLocks noChangeAspect="1"/>
          </p:cNvPicPr>
          <p:nvPr/>
        </p:nvPicPr>
        <p:blipFill>
          <a:blip r:embed="rId2"/>
          <a:stretch>
            <a:fillRect/>
          </a:stretch>
        </p:blipFill>
        <p:spPr>
          <a:xfrm>
            <a:off x="6096000" y="1144149"/>
            <a:ext cx="4025399" cy="1709888"/>
          </a:xfrm>
          <a:prstGeom prst="rect">
            <a:avLst/>
          </a:prstGeom>
        </p:spPr>
      </p:pic>
      <p:pic>
        <p:nvPicPr>
          <p:cNvPr id="7" name="Picture 6">
            <a:extLst>
              <a:ext uri="{FF2B5EF4-FFF2-40B4-BE49-F238E27FC236}">
                <a16:creationId xmlns:a16="http://schemas.microsoft.com/office/drawing/2014/main" id="{23852FE3-CB26-99E6-B2B7-EF899B1E201B}"/>
              </a:ext>
            </a:extLst>
          </p:cNvPr>
          <p:cNvPicPr>
            <a:picLocks noChangeAspect="1"/>
          </p:cNvPicPr>
          <p:nvPr/>
        </p:nvPicPr>
        <p:blipFill>
          <a:blip r:embed="rId3"/>
          <a:stretch>
            <a:fillRect/>
          </a:stretch>
        </p:blipFill>
        <p:spPr>
          <a:xfrm>
            <a:off x="1624682" y="2660073"/>
            <a:ext cx="2836482" cy="942110"/>
          </a:xfrm>
          <a:prstGeom prst="rect">
            <a:avLst/>
          </a:prstGeom>
        </p:spPr>
      </p:pic>
      <p:pic>
        <p:nvPicPr>
          <p:cNvPr id="9" name="Picture 8">
            <a:extLst>
              <a:ext uri="{FF2B5EF4-FFF2-40B4-BE49-F238E27FC236}">
                <a16:creationId xmlns:a16="http://schemas.microsoft.com/office/drawing/2014/main" id="{3DD3169B-4046-EF37-E740-EF97B6491CB4}"/>
              </a:ext>
            </a:extLst>
          </p:cNvPr>
          <p:cNvPicPr>
            <a:picLocks noChangeAspect="1"/>
          </p:cNvPicPr>
          <p:nvPr/>
        </p:nvPicPr>
        <p:blipFill>
          <a:blip r:embed="rId4"/>
          <a:stretch>
            <a:fillRect/>
          </a:stretch>
        </p:blipFill>
        <p:spPr>
          <a:xfrm>
            <a:off x="2737427" y="4079309"/>
            <a:ext cx="3447473" cy="1508689"/>
          </a:xfrm>
          <a:prstGeom prst="rect">
            <a:avLst/>
          </a:prstGeom>
        </p:spPr>
      </p:pic>
    </p:spTree>
    <p:extLst>
      <p:ext uri="{BB962C8B-B14F-4D97-AF65-F5344CB8AC3E}">
        <p14:creationId xmlns:p14="http://schemas.microsoft.com/office/powerpoint/2010/main" val="222740661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31F751-C4ED-04B4-8A7E-AED9AF5A090F}"/>
              </a:ext>
            </a:extLst>
          </p:cNvPr>
          <p:cNvSpPr>
            <a:spLocks noGrp="1"/>
          </p:cNvSpPr>
          <p:nvPr>
            <p:ph type="title"/>
          </p:nvPr>
        </p:nvSpPr>
        <p:spPr/>
        <p:txBody>
          <a:bodyPr/>
          <a:lstStyle/>
          <a:p>
            <a:pPr algn="ctr"/>
            <a:r>
              <a:rPr lang="he-IL" dirty="0"/>
              <a:t> -הרחבה</a:t>
            </a:r>
            <a:r>
              <a:rPr lang="en-US" dirty="0"/>
              <a:t>BGP</a:t>
            </a:r>
            <a:endParaRPr lang="en-IL" dirty="0"/>
          </a:p>
        </p:txBody>
      </p:sp>
      <p:pic>
        <p:nvPicPr>
          <p:cNvPr id="5" name="Content Placeholder 4">
            <a:extLst>
              <a:ext uri="{FF2B5EF4-FFF2-40B4-BE49-F238E27FC236}">
                <a16:creationId xmlns:a16="http://schemas.microsoft.com/office/drawing/2014/main" id="{96495C67-4E72-0CC4-7112-9F94441B2D97}"/>
              </a:ext>
            </a:extLst>
          </p:cNvPr>
          <p:cNvPicPr>
            <a:picLocks noGrp="1" noChangeAspect="1"/>
          </p:cNvPicPr>
          <p:nvPr>
            <p:ph idx="1"/>
          </p:nvPr>
        </p:nvPicPr>
        <p:blipFill>
          <a:blip r:embed="rId2"/>
          <a:stretch>
            <a:fillRect/>
          </a:stretch>
        </p:blipFill>
        <p:spPr>
          <a:xfrm>
            <a:off x="1033409" y="1970066"/>
            <a:ext cx="10515600" cy="3363813"/>
          </a:xfrm>
          <a:prstGeom prst="rect">
            <a:avLst/>
          </a:prstGeom>
        </p:spPr>
      </p:pic>
    </p:spTree>
    <p:extLst>
      <p:ext uri="{BB962C8B-B14F-4D97-AF65-F5344CB8AC3E}">
        <p14:creationId xmlns:p14="http://schemas.microsoft.com/office/powerpoint/2010/main" val="559621262"/>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C77F73-2A7D-A210-8A88-C9F78F0B3139}"/>
              </a:ext>
            </a:extLst>
          </p:cNvPr>
          <p:cNvSpPr>
            <a:spLocks noGrp="1"/>
          </p:cNvSpPr>
          <p:nvPr>
            <p:ph type="title"/>
          </p:nvPr>
        </p:nvSpPr>
        <p:spPr/>
        <p:txBody>
          <a:bodyPr/>
          <a:lstStyle/>
          <a:p>
            <a:pPr algn="ctr" rtl="1"/>
            <a:r>
              <a:rPr lang="en-US" dirty="0"/>
              <a:t>BGP</a:t>
            </a:r>
            <a:endParaRPr lang="en-IL" dirty="0"/>
          </a:p>
        </p:txBody>
      </p:sp>
      <p:sp>
        <p:nvSpPr>
          <p:cNvPr id="3" name="Content Placeholder 2">
            <a:extLst>
              <a:ext uri="{FF2B5EF4-FFF2-40B4-BE49-F238E27FC236}">
                <a16:creationId xmlns:a16="http://schemas.microsoft.com/office/drawing/2014/main" id="{6F702C51-9208-72AF-A6F8-0245590F136F}"/>
              </a:ext>
            </a:extLst>
          </p:cNvPr>
          <p:cNvSpPr>
            <a:spLocks noGrp="1"/>
          </p:cNvSpPr>
          <p:nvPr>
            <p:ph idx="1"/>
          </p:nvPr>
        </p:nvSpPr>
        <p:spPr>
          <a:xfrm>
            <a:off x="838200" y="1417834"/>
            <a:ext cx="10515600" cy="4759129"/>
          </a:xfrm>
        </p:spPr>
        <p:txBody>
          <a:bodyPr>
            <a:normAutofit/>
          </a:bodyPr>
          <a:lstStyle/>
          <a:p>
            <a:pPr algn="r" rtl="1"/>
            <a:r>
              <a:rPr lang="he-IL" dirty="0"/>
              <a:t>ניתוב שמיועד להוציא הודעות החוצה לאינטרנט</a:t>
            </a:r>
          </a:p>
          <a:p>
            <a:pPr algn="r" rtl="1"/>
            <a:r>
              <a:rPr lang="en-US" dirty="0"/>
              <a:t>OSPF</a:t>
            </a:r>
            <a:r>
              <a:rPr lang="he-IL" dirty="0"/>
              <a:t> זה ניתוב שמיועד לרשת פנימית גדולה שיש בה כמה ראוטרים</a:t>
            </a:r>
          </a:p>
          <a:p>
            <a:pPr algn="r" rtl="1"/>
            <a:r>
              <a:rPr lang="en-US" dirty="0"/>
              <a:t>BGP</a:t>
            </a:r>
            <a:r>
              <a:rPr lang="he-IL" dirty="0"/>
              <a:t> מיוכד לחבר רשתות חיצוניות אחת לשניה</a:t>
            </a:r>
          </a:p>
          <a:p>
            <a:pPr algn="r" rtl="1"/>
            <a:r>
              <a:rPr lang="en-US" dirty="0"/>
              <a:t>AS</a:t>
            </a:r>
            <a:r>
              <a:rPr lang="he-IL" dirty="0"/>
              <a:t>-</a:t>
            </a:r>
            <a:r>
              <a:rPr lang="en-US" dirty="0" err="1"/>
              <a:t>Autonumous</a:t>
            </a:r>
            <a:r>
              <a:rPr lang="en-US" dirty="0"/>
              <a:t> System</a:t>
            </a:r>
            <a:r>
              <a:rPr lang="he-IL" dirty="0"/>
              <a:t> – מייצג את הרשת הפנימית הגדולה. לכל </a:t>
            </a:r>
            <a:r>
              <a:rPr lang="en-US" dirty="0"/>
              <a:t>AS</a:t>
            </a:r>
            <a:r>
              <a:rPr lang="he-IL" dirty="0"/>
              <a:t> יש מספר ייחודי שמזהה אותו בין 1-65350</a:t>
            </a:r>
          </a:p>
          <a:p>
            <a:pPr algn="r" rtl="1"/>
            <a:r>
              <a:rPr lang="en-US" dirty="0"/>
              <a:t>OSPF</a:t>
            </a:r>
            <a:r>
              <a:rPr lang="he-IL" dirty="0"/>
              <a:t> מנתב בתוך </a:t>
            </a:r>
            <a:r>
              <a:rPr lang="en-US" dirty="0"/>
              <a:t>AS</a:t>
            </a:r>
            <a:r>
              <a:rPr lang="he-IL" dirty="0"/>
              <a:t> אחד, </a:t>
            </a:r>
            <a:r>
              <a:rPr lang="en-US" dirty="0"/>
              <a:t>BGP</a:t>
            </a:r>
            <a:r>
              <a:rPr lang="he-IL" dirty="0"/>
              <a:t> מנתב בין כמה </a:t>
            </a:r>
            <a:r>
              <a:rPr lang="en-US" dirty="0"/>
              <a:t>AS</a:t>
            </a:r>
            <a:r>
              <a:rPr lang="he-IL" dirty="0"/>
              <a:t>.</a:t>
            </a:r>
          </a:p>
          <a:p>
            <a:pPr algn="r" rtl="1"/>
            <a:r>
              <a:rPr lang="en-US" dirty="0"/>
              <a:t>IGP</a:t>
            </a:r>
            <a:r>
              <a:rPr lang="he-IL" dirty="0"/>
              <a:t>(</a:t>
            </a:r>
            <a:r>
              <a:rPr lang="en-US" dirty="0"/>
              <a:t>Internal Gateway Protocol</a:t>
            </a:r>
            <a:r>
              <a:rPr lang="he-IL" dirty="0"/>
              <a:t>)- פרוטוקול ניתוב שמיועד ל </a:t>
            </a:r>
            <a:r>
              <a:rPr lang="en-US" dirty="0"/>
              <a:t>AS</a:t>
            </a:r>
            <a:r>
              <a:rPr lang="he-IL" dirty="0"/>
              <a:t> אחד לדוגמא </a:t>
            </a:r>
            <a:r>
              <a:rPr lang="en-US" dirty="0"/>
              <a:t>OSPF</a:t>
            </a:r>
            <a:endParaRPr lang="he-IL" dirty="0"/>
          </a:p>
          <a:p>
            <a:pPr algn="r" rtl="1"/>
            <a:r>
              <a:rPr lang="en-US" dirty="0"/>
              <a:t>EGP</a:t>
            </a:r>
            <a:r>
              <a:rPr lang="he-IL" dirty="0"/>
              <a:t>(</a:t>
            </a:r>
            <a:r>
              <a:rPr lang="en-US" dirty="0"/>
              <a:t>External Gateway Protocol</a:t>
            </a:r>
            <a:r>
              <a:rPr lang="he-IL" dirty="0"/>
              <a:t>) - פרוטוקול ניתוב שמיועד לתקשר כמה </a:t>
            </a:r>
            <a:r>
              <a:rPr lang="en-US" dirty="0"/>
              <a:t>AS</a:t>
            </a:r>
            <a:endParaRPr lang="en-IL" dirty="0"/>
          </a:p>
        </p:txBody>
      </p:sp>
    </p:spTree>
    <p:extLst>
      <p:ext uri="{BB962C8B-B14F-4D97-AF65-F5344CB8AC3E}">
        <p14:creationId xmlns:p14="http://schemas.microsoft.com/office/powerpoint/2010/main" val="29406061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21E68B-83CE-B037-85CC-ECED1B3D638F}"/>
              </a:ext>
            </a:extLst>
          </p:cNvPr>
          <p:cNvSpPr>
            <a:spLocks noGrp="1"/>
          </p:cNvSpPr>
          <p:nvPr>
            <p:ph type="title"/>
          </p:nvPr>
        </p:nvSpPr>
        <p:spPr/>
        <p:txBody>
          <a:bodyPr/>
          <a:lstStyle/>
          <a:p>
            <a:pPr algn="ctr" rtl="1"/>
            <a:r>
              <a:rPr lang="en-US" dirty="0"/>
              <a:t>BGP</a:t>
            </a:r>
            <a:r>
              <a:rPr lang="he-IL" dirty="0"/>
              <a:t>-פקודות</a:t>
            </a:r>
            <a:endParaRPr lang="en-IL" dirty="0"/>
          </a:p>
        </p:txBody>
      </p:sp>
      <p:sp>
        <p:nvSpPr>
          <p:cNvPr id="3" name="Content Placeholder 2">
            <a:extLst>
              <a:ext uri="{FF2B5EF4-FFF2-40B4-BE49-F238E27FC236}">
                <a16:creationId xmlns:a16="http://schemas.microsoft.com/office/drawing/2014/main" id="{8BF0508B-7DD0-1A00-CB24-7ECA6A4E3914}"/>
              </a:ext>
            </a:extLst>
          </p:cNvPr>
          <p:cNvSpPr>
            <a:spLocks noGrp="1"/>
          </p:cNvSpPr>
          <p:nvPr>
            <p:ph idx="1"/>
          </p:nvPr>
        </p:nvSpPr>
        <p:spPr/>
        <p:txBody>
          <a:bodyPr/>
          <a:lstStyle/>
          <a:p>
            <a:pPr algn="r" rtl="1"/>
            <a:r>
              <a:rPr lang="en-US" dirty="0">
                <a:effectLst/>
              </a:rPr>
              <a:t>router </a:t>
            </a:r>
            <a:r>
              <a:rPr lang="en-US" dirty="0" err="1">
                <a:effectLst/>
              </a:rPr>
              <a:t>bgp</a:t>
            </a:r>
            <a:r>
              <a:rPr lang="en-US" dirty="0">
                <a:effectLst/>
              </a:rPr>
              <a:t> 2000</a:t>
            </a:r>
            <a:r>
              <a:rPr lang="he-IL" dirty="0">
                <a:effectLst/>
              </a:rPr>
              <a:t>- נכנסים להגדרות הניתוב בראוטר</a:t>
            </a:r>
          </a:p>
          <a:p>
            <a:pPr algn="r" rtl="1"/>
            <a:r>
              <a:rPr lang="en-US" dirty="0">
                <a:effectLst/>
              </a:rPr>
              <a:t>neighbor 60.0.25.2 remote-as 2001</a:t>
            </a:r>
            <a:r>
              <a:rPr lang="he-IL" dirty="0">
                <a:effectLst/>
              </a:rPr>
              <a:t> – הכרת "השכן" שגם הוא מוגדר עם </a:t>
            </a:r>
            <a:r>
              <a:rPr lang="en-US" dirty="0" err="1">
                <a:effectLst/>
              </a:rPr>
              <a:t>bgp</a:t>
            </a:r>
            <a:endParaRPr lang="en-US" dirty="0">
              <a:effectLst/>
            </a:endParaRPr>
          </a:p>
          <a:p>
            <a:pPr algn="r" rtl="1"/>
            <a:r>
              <a:rPr lang="en-US" dirty="0">
                <a:effectLst/>
              </a:rPr>
              <a:t>network 192.168.2.0 mask 255.255.255.0</a:t>
            </a:r>
          </a:p>
          <a:p>
            <a:pPr algn="r" rtl="1"/>
            <a:r>
              <a:rPr lang="he-IL" dirty="0"/>
              <a:t>מפרסמים את כל הרשתות שאנחנו רוצים שיהיה להם תקשורת עם האינטרנט</a:t>
            </a:r>
          </a:p>
          <a:p>
            <a:pPr algn="r" rtl="1"/>
            <a:r>
              <a:rPr lang="he-IL" dirty="0"/>
              <a:t>הגדרות בראוטר </a:t>
            </a:r>
            <a:r>
              <a:rPr lang="en-US" dirty="0"/>
              <a:t>ISP</a:t>
            </a:r>
            <a:r>
              <a:rPr lang="he-IL" dirty="0"/>
              <a:t> </a:t>
            </a:r>
          </a:p>
          <a:p>
            <a:pPr algn="r" rtl="1"/>
            <a:r>
              <a:rPr lang="en-US" dirty="0">
                <a:effectLst/>
              </a:rPr>
              <a:t>router </a:t>
            </a:r>
            <a:r>
              <a:rPr lang="en-US" dirty="0" err="1">
                <a:effectLst/>
              </a:rPr>
              <a:t>bgp</a:t>
            </a:r>
            <a:r>
              <a:rPr lang="en-US" dirty="0">
                <a:effectLst/>
              </a:rPr>
              <a:t> 200</a:t>
            </a:r>
            <a:r>
              <a:rPr lang="en-US" dirty="0"/>
              <a:t>1</a:t>
            </a:r>
          </a:p>
          <a:p>
            <a:pPr algn="r" rtl="1"/>
            <a:r>
              <a:rPr lang="en-US" dirty="0">
                <a:effectLst/>
              </a:rPr>
              <a:t>neighbor 60.0.25.1 remote-as 2000</a:t>
            </a:r>
            <a:endParaRPr lang="en-IL" dirty="0"/>
          </a:p>
        </p:txBody>
      </p:sp>
    </p:spTree>
    <p:extLst>
      <p:ext uri="{BB962C8B-B14F-4D97-AF65-F5344CB8AC3E}">
        <p14:creationId xmlns:p14="http://schemas.microsoft.com/office/powerpoint/2010/main" val="172229018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188</TotalTime>
  <Words>526</Words>
  <Application>Microsoft Office PowerPoint</Application>
  <PresentationFormat>Widescreen</PresentationFormat>
  <Paragraphs>68</Paragraphs>
  <Slides>13</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13</vt:i4>
      </vt:variant>
    </vt:vector>
  </HeadingPairs>
  <TitlesOfParts>
    <vt:vector size="18" baseType="lpstr">
      <vt:lpstr>Aptos</vt:lpstr>
      <vt:lpstr>Aptos Display</vt:lpstr>
      <vt:lpstr>Arial</vt:lpstr>
      <vt:lpstr>Roboto</vt:lpstr>
      <vt:lpstr>Office Theme</vt:lpstr>
      <vt:lpstr>ניתובים דינמיים -  OSPF, BGP</vt:lpstr>
      <vt:lpstr>ניתוב דינמי - OSPF</vt:lpstr>
      <vt:lpstr>PowerPoint Presentation</vt:lpstr>
      <vt:lpstr>PowerPoint Presentation</vt:lpstr>
      <vt:lpstr> - הרחבה (לא חובה)Passive-interface</vt:lpstr>
      <vt:lpstr>PowerPoint Presentation</vt:lpstr>
      <vt:lpstr> - הרחבה(לא חובה)Default-route</vt:lpstr>
      <vt:lpstr>OSPF עם כמה אזורים(area)</vt:lpstr>
      <vt:lpstr>PowerPoint Presentation</vt:lpstr>
      <vt:lpstr>PowerPoint Presentation</vt:lpstr>
      <vt:lpstr> -הרחבהBGP</vt:lpstr>
      <vt:lpstr>BGP</vt:lpstr>
      <vt:lpstr>BGP-פקודות</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Oren Tzadok</dc:creator>
  <cp:lastModifiedBy>Oren Tzadok</cp:lastModifiedBy>
  <cp:revision>22</cp:revision>
  <dcterms:created xsi:type="dcterms:W3CDTF">2024-07-14T17:18:48Z</dcterms:created>
  <dcterms:modified xsi:type="dcterms:W3CDTF">2025-11-10T07:21:01Z</dcterms:modified>
</cp:coreProperties>
</file>