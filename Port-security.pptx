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9BD7-DAD4-081D-4220-60E43D399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A3468-E38C-94EB-C89A-B966A4C6FD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626AA-EAD4-FDD6-5825-2D64D033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7E08-ADF0-44DE-AC23-BF352E98D8F7}" type="datetimeFigureOut">
              <a:rPr lang="en-IL" smtClean="0"/>
              <a:t>28/07/2024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0457C-799F-9B7F-7902-D39850F0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AEB3B-B638-729A-D61F-8C62CE411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087A4-B1B1-4864-A122-0B7B51380FB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70668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7C0C-48B6-02BF-DBE0-F475E9BD0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19F65-27FB-0954-360E-AA9A460C8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1DA64-4B52-4C89-F5EF-73349BB8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7E08-ADF0-44DE-AC23-BF352E98D8F7}" type="datetimeFigureOut">
              <a:rPr lang="en-IL" smtClean="0"/>
              <a:t>28/07/2024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79DE4-46CA-79C7-B894-E43C2A14C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B690F-C0D0-6305-3F85-622A2C12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087A4-B1B1-4864-A122-0B7B51380FB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3537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AB533-4C94-65DA-A0CE-32A437982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823AF-FFD1-9C7E-3A77-3E7B5AF30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29225-A2F7-A020-7374-62D2867E2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7E08-ADF0-44DE-AC23-BF352E98D8F7}" type="datetimeFigureOut">
              <a:rPr lang="en-IL" smtClean="0"/>
              <a:t>28/07/2024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8275D-F42E-9A3B-7FCA-D1C74980D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EF95D-F06D-F274-C28E-F8DEF4560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087A4-B1B1-4864-A122-0B7B51380FB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53184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2601B-C1AA-2656-285C-AAE88E3DA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00D77-FFCD-B4D5-6707-B7CF3A4AD4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6DB4EB-0AF6-80B3-0DAF-9903CA2B2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5F263-3B05-9AE1-2C47-34317339B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7E08-ADF0-44DE-AC23-BF352E98D8F7}" type="datetimeFigureOut">
              <a:rPr lang="en-IL" smtClean="0"/>
              <a:t>28/07/2024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F4BB7-2456-3A2C-1FE6-143BD3C6D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D87F0-D8ED-48EB-91B9-97CE93658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087A4-B1B1-4864-A122-0B7B51380FB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64494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5765-0D53-908D-4920-02A78BD51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D9DA5-D91A-26DB-EEF9-3A113EFC1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9B827-7F27-A509-7E17-242BE3C2C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6C7A7-3D3D-AF63-2A52-F76D090547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6C451A-7812-021F-3F9F-F0ABFC86C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D6A870-D2B2-D5E7-1FE4-FA2EA5098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7E08-ADF0-44DE-AC23-BF352E98D8F7}" type="datetimeFigureOut">
              <a:rPr lang="en-IL" smtClean="0"/>
              <a:t>28/07/2024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793DEE-B17E-7F19-DC2D-ACCE23121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3D5BA8-8DCF-B946-A8B4-F91117B66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087A4-B1B1-4864-A122-0B7B51380FB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2131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AA3BF-C04D-8823-DC05-DA20A76AD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EE6DDF-33BB-7D79-68A0-AD4F703AC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7E08-ADF0-44DE-AC23-BF352E98D8F7}" type="datetimeFigureOut">
              <a:rPr lang="en-IL" smtClean="0"/>
              <a:t>28/07/2024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2919A-4173-A0AB-9551-651E3939E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515B63-ACCC-ACD5-7A86-ABFDD8681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087A4-B1B1-4864-A122-0B7B51380FB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01642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C328C1-BCB4-0E19-A222-C1993E3BD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7E08-ADF0-44DE-AC23-BF352E98D8F7}" type="datetimeFigureOut">
              <a:rPr lang="en-IL" smtClean="0"/>
              <a:t>28/07/2024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5D7318-FA92-7E3B-6B15-4636E534C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F1893-CB7C-DFBC-7B81-7E74C8BEF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087A4-B1B1-4864-A122-0B7B51380FB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3305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E11A4-3CF6-7315-5875-D9166BBC7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A193A-BFD1-8D8D-9972-B2DE5AA95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2C2AD-ADA2-8414-7C4C-72158DEED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0452E-F04C-CD91-6895-3B9F8654A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7E08-ADF0-44DE-AC23-BF352E98D8F7}" type="datetimeFigureOut">
              <a:rPr lang="en-IL" smtClean="0"/>
              <a:t>28/07/2024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E2F15-4C86-1368-40C0-7AC4A408B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EC329-1103-132B-5022-A3ABBE092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087A4-B1B1-4864-A122-0B7B51380FB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46940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F3045-8288-4B3D-1361-BEB34E66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01F81E-F904-5697-F5D4-0F6AA04CB2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FFE0F-0934-9D32-C829-E4382FF9C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0888D-43CA-B3BD-9FF7-3FF308AE9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7E08-ADF0-44DE-AC23-BF352E98D8F7}" type="datetimeFigureOut">
              <a:rPr lang="en-IL" smtClean="0"/>
              <a:t>28/07/2024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2228D-1A03-7F06-B1D7-7B106288E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55CC6-B67C-0FFA-8D98-ED1BED4DE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087A4-B1B1-4864-A122-0B7B51380FB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5454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C5B5F-BE3D-6A2D-7A73-EB97663EA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2AC5D-A498-B6E2-7A3C-DBB632DB1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2730D-2C37-17DB-AF17-060B05E90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7E08-ADF0-44DE-AC23-BF352E98D8F7}" type="datetimeFigureOut">
              <a:rPr lang="en-IL" smtClean="0"/>
              <a:t>28/07/2024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07EFD-49D8-C54B-7F3C-ED670FF14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97DDC-84AF-9822-0688-DA5DFE7E2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087A4-B1B1-4864-A122-0B7B51380FB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47387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C0777D-7E07-52FF-61F9-7F456D63AC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361CEC-9FA3-6647-C155-75134F4A1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68D58-C29C-7CD9-6B52-6E5B9A0C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7E08-ADF0-44DE-AC23-BF352E98D8F7}" type="datetimeFigureOut">
              <a:rPr lang="en-IL" smtClean="0"/>
              <a:t>28/07/2024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335C9-9A7E-D34A-5316-89CBCA4F7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83F31-FA67-4909-E638-83C8AD1EB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087A4-B1B1-4864-A122-0B7B51380FB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1401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7DD6CD-A996-BD24-E1A2-BB9E9FD47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3877-0B31-9003-5932-CE7F9189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216CE-68D5-352E-5C38-A7E779C60E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97E08-ADF0-44DE-AC23-BF352E98D8F7}" type="datetimeFigureOut">
              <a:rPr lang="en-IL" smtClean="0"/>
              <a:t>28/07/2024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362B0-B3B0-68F2-83D5-F925B50820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DB4C7-C4E8-DDD0-AC14-3FDC62952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087A4-B1B1-4864-A122-0B7B51380FB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28874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E0371-9CB4-D9DA-AA54-9A3CF8EC94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Port-security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1649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49B93-3372-D9F9-5006-C511AB91B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9321"/>
            <a:ext cx="10515600" cy="5827642"/>
          </a:xfrm>
        </p:spPr>
        <p:txBody>
          <a:bodyPr/>
          <a:lstStyle/>
          <a:p>
            <a:pPr algn="r" rtl="1"/>
            <a:r>
              <a:rPr lang="he-IL" i="0" dirty="0">
                <a:effectLst/>
                <a:highlight>
                  <a:srgbClr val="FFFFFF"/>
                </a:highlight>
                <a:latin typeface="var(--thim-font-title-font-family)"/>
              </a:rPr>
              <a:t>ניהול התקנים שמתחברים לרשת נחשב כקו ההגנה הראשון מפני ניסיון חיבור התקנים לא מורשים לרשת.  </a:t>
            </a:r>
            <a:endParaRPr lang="en-US" i="0" dirty="0">
              <a:effectLst/>
              <a:highlight>
                <a:srgbClr val="FFFFFF"/>
              </a:highlight>
              <a:latin typeface="var(--thim-font-title-font-family)"/>
            </a:endParaRPr>
          </a:p>
          <a:p>
            <a:pPr algn="r" rtl="1"/>
            <a:r>
              <a:rPr lang="he-IL" dirty="0">
                <a:highlight>
                  <a:srgbClr val="FFFFFF"/>
                </a:highlight>
                <a:latin typeface="var(--thim-font-title-font-family)"/>
              </a:rPr>
              <a:t>סויץ'</a:t>
            </a:r>
            <a:r>
              <a:rPr lang="he-IL" i="0" dirty="0">
                <a:effectLst/>
                <a:highlight>
                  <a:srgbClr val="FFFFFF"/>
                </a:highlight>
                <a:latin typeface="var(--thim-font-title-font-family)"/>
              </a:rPr>
              <a:t> לא יחבר לרשת התקן שהכתובת הפיסית שלו לא מורשת להתחבר לממשק.  </a:t>
            </a:r>
            <a:endParaRPr lang="en-US" i="0" dirty="0">
              <a:effectLst/>
              <a:highlight>
                <a:srgbClr val="FFFFFF"/>
              </a:highlight>
              <a:latin typeface="var(--thim-font-title-font-family)"/>
            </a:endParaRPr>
          </a:p>
          <a:p>
            <a:pPr algn="r" rtl="1"/>
            <a:r>
              <a:rPr lang="he-IL" i="0" dirty="0">
                <a:effectLst/>
                <a:highlight>
                  <a:srgbClr val="FFFFFF"/>
                </a:highlight>
                <a:latin typeface="var(--thim-font-title-font-family)"/>
              </a:rPr>
              <a:t>הטכנולוגיה מתבססת על סינון גישה על בסיס כתובות </a:t>
            </a:r>
            <a:r>
              <a:rPr lang="en-US" dirty="0">
                <a:highlight>
                  <a:srgbClr val="FFFFFF"/>
                </a:highlight>
                <a:latin typeface="var(--thim-font-title-font-family)"/>
              </a:rPr>
              <a:t>MAC</a:t>
            </a:r>
            <a:r>
              <a:rPr lang="he-IL" dirty="0">
                <a:highlight>
                  <a:srgbClr val="FFFFFF"/>
                </a:highlight>
                <a:latin typeface="var(--thim-font-title-font-family)"/>
              </a:rPr>
              <a:t>.</a:t>
            </a:r>
          </a:p>
          <a:p>
            <a:pPr algn="r" rtl="1"/>
            <a:r>
              <a:rPr lang="en-US" i="0" dirty="0">
                <a:effectLst/>
                <a:highlight>
                  <a:srgbClr val="FFFFFF"/>
                </a:highlight>
                <a:latin typeface="var(--thim-font-title-font-family)"/>
              </a:rPr>
              <a:t>Port Security</a:t>
            </a:r>
            <a:r>
              <a:rPr lang="he-IL" i="0" dirty="0">
                <a:effectLst/>
                <a:highlight>
                  <a:srgbClr val="FFFFFF"/>
                </a:highlight>
                <a:latin typeface="var(--thim-font-title-font-family)"/>
              </a:rPr>
              <a:t> </a:t>
            </a:r>
            <a:r>
              <a:rPr lang="en-US" i="0" dirty="0">
                <a:effectLst/>
                <a:highlight>
                  <a:srgbClr val="FFFFFF"/>
                </a:highlight>
                <a:latin typeface="var(--thim-font-title-font-family)"/>
              </a:rPr>
              <a:t> </a:t>
            </a:r>
            <a:r>
              <a:rPr lang="he-IL" i="0" dirty="0">
                <a:effectLst/>
                <a:highlight>
                  <a:srgbClr val="FFFFFF"/>
                </a:highlight>
                <a:latin typeface="var(--thim-font-title-font-family)"/>
              </a:rPr>
              <a:t>מאפשר </a:t>
            </a:r>
            <a:r>
              <a:rPr lang="he-IL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הגבלת מספר ההתקנים שיוכלו להתחבר לממשק במתג.</a:t>
            </a:r>
          </a:p>
          <a:p>
            <a:pPr algn="r" rtl="1"/>
            <a:r>
              <a:rPr lang="he-IL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כאשר התקן לא מורשה מתחבר למתג, מתרחשת הפרה</a:t>
            </a:r>
            <a:r>
              <a:rPr lang="en-US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violation) </a:t>
            </a:r>
            <a:r>
              <a:rPr lang="he-IL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) של המדיניות.</a:t>
            </a:r>
          </a:p>
          <a:p>
            <a:pPr algn="r" rtl="1"/>
            <a:endParaRPr lang="en-US" i="0" dirty="0">
              <a:effectLst/>
              <a:highlight>
                <a:srgbClr val="FFFFFF"/>
              </a:highlight>
              <a:latin typeface="var(--thim-font-title-font-family)"/>
            </a:endParaRPr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4052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DFE56-BD9B-252E-5948-15CDDAD7D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b="1" i="0" dirty="0">
                <a:effectLst/>
                <a:highlight>
                  <a:srgbClr val="FFFFFF"/>
                </a:highlight>
                <a:latin typeface="var(--thim-font-title-font-family)"/>
              </a:rPr>
              <a:t>תגובות שמתרחשות בהפרה</a:t>
            </a:r>
            <a:br>
              <a:rPr lang="he-IL" b="1" i="0" dirty="0">
                <a:effectLst/>
                <a:highlight>
                  <a:srgbClr val="FFFFFF"/>
                </a:highlight>
                <a:latin typeface="var(--thim-font-title-font-family)"/>
              </a:rPr>
            </a:b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E1C9F-96AF-258C-0C58-54A40B5AA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625"/>
            <a:ext cx="10515600" cy="4954338"/>
          </a:xfrm>
        </p:spPr>
        <p:txBody>
          <a:bodyPr>
            <a:normAutofit/>
          </a:bodyPr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666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shutdown</a:t>
            </a:r>
            <a:r>
              <a:rPr lang="he-IL" dirty="0">
                <a:solidFill>
                  <a:srgbClr val="666666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 -</a:t>
            </a:r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הממשק נסגר</a:t>
            </a:r>
            <a:r>
              <a:rPr lang="en-US" dirty="0">
                <a:solidFill>
                  <a:srgbClr val="666666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he-IL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restrict</a:t>
            </a:r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-</a:t>
            </a:r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הממשק לא נסגר אך התקן זר לא מצליח להתחבר. מתבצע כתיבת </a:t>
            </a:r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Log</a:t>
            </a:r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protect</a:t>
            </a:r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–</a:t>
            </a:r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כמו </a:t>
            </a:r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restrict</a:t>
            </a:r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אך ללא </a:t>
            </a:r>
            <a:r>
              <a:rPr lang="en-US" dirty="0">
                <a:solidFill>
                  <a:srgbClr val="666666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log</a:t>
            </a:r>
            <a:r>
              <a:rPr lang="he-IL" dirty="0">
                <a:solidFill>
                  <a:srgbClr val="666666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algn="r" rtl="1"/>
            <a:r>
              <a:rPr lang="he-IL" b="1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כדי לפתוח את הפורט בחזרה</a:t>
            </a:r>
            <a:r>
              <a:rPr lang="en-US" b="1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</a:t>
            </a:r>
            <a:r>
              <a:rPr lang="he-IL" b="1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במקרה של </a:t>
            </a:r>
            <a:r>
              <a:rPr lang="en-US" b="1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violation</a:t>
            </a:r>
            <a:endParaRPr 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algn="r" rtl="1"/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Switch(config-if)#</a:t>
            </a:r>
            <a:r>
              <a:rPr lang="en-US" b="1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shutdown</a:t>
            </a:r>
            <a:endParaRPr 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algn="r" rtl="1"/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Switch(config-if)#</a:t>
            </a:r>
            <a:r>
              <a:rPr lang="en-US" b="1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no shutdown</a:t>
            </a:r>
            <a:endParaRPr 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algn="r" rtl="1"/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</a:t>
            </a:r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54683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37864-8E40-4328-5F9F-177F024B0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b="1" i="0" u="sng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הפעלת </a:t>
            </a:r>
            <a:r>
              <a:rPr lang="en-US" b="1" i="0" u="sng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Port Security</a:t>
            </a:r>
            <a:b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</a:b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4CE8D-3C74-323F-7D08-F9C785E83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int f0/1</a:t>
            </a:r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- כניסה לממשק.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הגדר</a:t>
            </a:r>
            <a:r>
              <a:rPr lang="he-IL" dirty="0">
                <a:solidFill>
                  <a:srgbClr val="666666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ת</a:t>
            </a:r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הממשק במצב </a:t>
            </a:r>
            <a:r>
              <a:rPr lang="en-US" dirty="0">
                <a:solidFill>
                  <a:srgbClr val="666666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access</a:t>
            </a:r>
            <a:r>
              <a:rPr lang="he-IL" dirty="0">
                <a:solidFill>
                  <a:srgbClr val="666666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 – </a:t>
            </a:r>
            <a:r>
              <a:rPr lang="en-US" dirty="0">
                <a:solidFill>
                  <a:srgbClr val="666666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switchport mode access</a:t>
            </a:r>
            <a:endParaRPr 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הפעלת</a:t>
            </a:r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Port Security </a:t>
            </a:r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- </a:t>
            </a:r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switchport port security</a:t>
            </a:r>
          </a:p>
          <a:p>
            <a:pPr algn="r" rtl="1"/>
            <a:endParaRPr 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algn="r" rtl="1"/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הגבלת כמות הכתובות שממשק מוכן ללמוד (כברירת מחדל מוגדר כ- 1)</a:t>
            </a:r>
          </a:p>
          <a:p>
            <a:pPr algn="r" rtl="1"/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{{מספר}}</a:t>
            </a:r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Switch(config-if)#</a:t>
            </a:r>
            <a:r>
              <a:rPr lang="en-US" b="1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switchport port-security maximum</a:t>
            </a:r>
            <a:endParaRPr 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algn="r" rtl="1"/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</a:t>
            </a:r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הגדרת הפעולה במקרה של הפרת החוק</a:t>
            </a:r>
          </a:p>
          <a:p>
            <a:pPr algn="r" rtl="1"/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switchport port-security violation shutdown</a:t>
            </a:r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– כיבוי הפורט</a:t>
            </a:r>
            <a:endParaRPr 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algn="r" rtl="1"/>
            <a:endParaRPr 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algn="r" rtl="1"/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</a:t>
            </a:r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481775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018AF-F710-78AC-186F-20BED6194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כדי לראות איזה כתובות למד כל </a:t>
            </a:r>
            <a:r>
              <a:rPr lang="he-IL" dirty="0">
                <a:solidFill>
                  <a:srgbClr val="666666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פורט</a:t>
            </a:r>
            <a:endParaRPr 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algn="r" rtl="1"/>
            <a:r>
              <a:rPr lang="en-US" b="0" i="0" dirty="0" err="1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Switch#</a:t>
            </a:r>
            <a:r>
              <a:rPr lang="en-US" b="1" i="0" dirty="0" err="1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show</a:t>
            </a:r>
            <a:r>
              <a:rPr lang="en-US" b="1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port-security address</a:t>
            </a:r>
            <a:endParaRPr 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algn="r" rtl="1"/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כדי לראות את הגדרות האבטחה של </a:t>
            </a:r>
            <a:r>
              <a:rPr lang="he-IL" dirty="0">
                <a:solidFill>
                  <a:srgbClr val="666666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פורט </a:t>
            </a:r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מסויים:</a:t>
            </a:r>
          </a:p>
          <a:p>
            <a:pPr algn="r" rtl="1"/>
            <a:r>
              <a:rPr lang="he-IL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{מספר}/</a:t>
            </a:r>
            <a:r>
              <a:rPr lang="en-US" b="0" i="0" dirty="0" err="1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Switch#</a:t>
            </a:r>
            <a:r>
              <a:rPr lang="en-US" b="1" i="0" dirty="0" err="1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show</a:t>
            </a:r>
            <a:r>
              <a:rPr lang="en-US" b="1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port-security interface </a:t>
            </a:r>
            <a:r>
              <a:rPr lang="en-US" b="1" i="0" dirty="0" err="1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fastEthernet</a:t>
            </a:r>
            <a:r>
              <a:rPr lang="en-US" b="1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</a:t>
            </a:r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0</a:t>
            </a:r>
          </a:p>
          <a:p>
            <a:pPr algn="r" rtl="1"/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</a:t>
            </a:r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140650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216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Roboto</vt:lpstr>
      <vt:lpstr>var(--thim-font-title-font-family)</vt:lpstr>
      <vt:lpstr>Office Theme</vt:lpstr>
      <vt:lpstr>Port-security</vt:lpstr>
      <vt:lpstr>PowerPoint Presentation</vt:lpstr>
      <vt:lpstr>תגובות שמתרחשות בהפרה </vt:lpstr>
      <vt:lpstr>הפעלת Port Security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Oren Tzadok</dc:creator>
  <cp:lastModifiedBy>Oren Tzadok</cp:lastModifiedBy>
  <cp:revision>11</cp:revision>
  <dcterms:created xsi:type="dcterms:W3CDTF">2024-07-28T18:37:42Z</dcterms:created>
  <dcterms:modified xsi:type="dcterms:W3CDTF">2024-07-28T21:02:51Z</dcterms:modified>
</cp:coreProperties>
</file>