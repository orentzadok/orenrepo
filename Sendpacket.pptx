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C7EDAC8-30A7-4F3C-92BC-36766C8C70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04DB84C-186B-45FB-A6F7-5E267760C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959C5E8-91E8-4724-99F9-35DDCA065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1D24ED-8E04-4728-B877-B079B765A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E7C5F5F-3E8B-4767-82AB-C8EEA4B0B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14270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E201EFA-D9C1-40A0-988A-86238EF2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CFAA617-F0CF-49B8-8737-EA25297DB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AE0839B-833B-41EB-BD1D-A88454329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8767BAB-58FA-4E9A-822C-47427745C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E690676-3E67-4744-9792-99F2AF051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67902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8B0D4A-073C-426D-AB90-C2772CCA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126484C-115F-4796-97B2-9E35CBA5EF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9D1FE60-70C0-4C81-89DF-94CA60DFC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EB3A2B-3F93-444E-9B8F-EF93B3F25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69E3BBF-0AE3-4B8B-B225-D5C8A178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700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6459699-4970-4353-8DE0-E78B800D9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67B07D-792D-4C66-AD84-2FE9958C0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8F34B46-8F49-4BA9-89AA-E193FADA6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9DB928F-21CB-4CA3-8F36-8961CFF4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6B6588B-65B1-46B9-A106-82965F1C1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E3000AF-3730-4900-BE5A-1C71BF46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52860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4ECF83A-D47A-4C04-9CAE-1A5A9E1A7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92882AA-5C18-4178-82F4-33BC4F891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903FA5F3-DC8E-4DF6-8DA7-066430C85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5973BA3E-02FA-494A-A5E4-8E22EF8A7E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E6B7574D-20C8-4303-A685-A690197E2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F2FD901B-2B4A-4729-8094-762746038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2405E40-8FB4-427F-8357-EC6957917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D4499903-A981-4E26-8EB0-1EB342628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06391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365B44-485D-4509-A86E-A6C491777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28852E-0A95-4F5A-89BF-397AF6F85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5FE59034-CD60-4A03-9ECA-F7AAD853A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D81F3B9D-E381-4C0F-A8DC-39CC8579A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5942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5A283BB-0690-4E6F-9C16-0DF7F071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F8C250A-36AB-4C36-833F-793A6F854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690D982-C2F0-4B8F-85B1-369B781FE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0653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F06BED8-4B62-495D-A48A-4FECA60A0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F688C83-6059-4EC0-B564-EE9891592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6FDF91C4-B57A-47A6-ACF6-A87B48BF5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1CC04E-881B-4542-B906-0E19F4F99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3345446D-E813-473B-8611-CA6D6275F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B4B8272-D5D5-4EE5-8F85-A35DB7B22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60541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A86DD5-A61A-4DF9-908E-400A8B234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BE844D1-E29F-4180-880B-5158BA959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91C6B629-BA19-4B7A-832C-5D88CCBF4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809622E-55C0-4A73-A1AB-3A912473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8324680-4CD7-4960-B6CD-BA33C92A5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5117F031-11FF-476C-AB67-34F93738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1329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84124C-33A1-426D-AA44-AE88554D8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CF29338-3048-44A1-91E1-9BC56DC6E2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6B8C46B-A7F4-48AA-9837-6C7CE4BDD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DC8D50-8F0A-4EDE-BB48-2624A930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DA5167C-8590-4E0E-8965-1439413A6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7189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C3C85A0-6766-42E9-BCF6-CA78071AD6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DAECAB0-8FEE-4B5B-896A-7BCECC1F51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6B2303F-480F-46B3-B62F-22C69E25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269DBAE-0923-4FBA-AF8B-CC9077063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5819123-C0CC-40DF-96A4-A9817C2B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1676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29BC8A6A-949F-43DE-9022-CBBEE2D63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40EFF13D-058C-49CA-A3C7-DAA8E86BB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911D76C-4E1C-401F-BE33-1FB8476AA8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F2A33-1A53-4142-B39F-4D3F1C0C2047}" type="datetimeFigureOut">
              <a:rPr lang="he-IL" smtClean="0"/>
              <a:t>כ"ה/שבט/תשפ"ג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AAFD85-6D4B-4E10-B09E-DCCC1E399C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EE957F7-F0E9-49DE-AFFB-85119ECDF0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BA67B-F7C4-47BA-8461-E845590A149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5949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09974676-32D8-45BA-8BB4-6EE30D1EE859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C9F41C9A-91B1-4B24-9808-BC3D2F84DA1A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88F2056A-E2F7-4769-93B5-D31E4F2408B5}"/>
              </a:ext>
            </a:extLst>
          </p:cNvPr>
          <p:cNvSpPr/>
          <p:nvPr/>
        </p:nvSpPr>
        <p:spPr>
          <a:xfrm>
            <a:off x="11466136" y="34482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C186360-9457-46A4-976C-89806203CF0B}"/>
              </a:ext>
            </a:extLst>
          </p:cNvPr>
          <p:cNvSpPr/>
          <p:nvPr/>
        </p:nvSpPr>
        <p:spPr>
          <a:xfrm>
            <a:off x="11466136" y="4885147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D01674C4-13B6-4150-B69B-DC7548F522EE}"/>
              </a:ext>
            </a:extLst>
          </p:cNvPr>
          <p:cNvSpPr/>
          <p:nvPr/>
        </p:nvSpPr>
        <p:spPr>
          <a:xfrm>
            <a:off x="1778524" y="1583703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B56ADDF8-78E9-423F-B0FA-618BFD89E50F}"/>
              </a:ext>
            </a:extLst>
          </p:cNvPr>
          <p:cNvSpPr/>
          <p:nvPr/>
        </p:nvSpPr>
        <p:spPr>
          <a:xfrm>
            <a:off x="9851794" y="4363776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C2BE678B-3ECC-4A59-A33D-0855A5F6ADE3}"/>
              </a:ext>
            </a:extLst>
          </p:cNvPr>
          <p:cNvSpPr/>
          <p:nvPr/>
        </p:nvSpPr>
        <p:spPr>
          <a:xfrm>
            <a:off x="4716544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0D50E77F-1F03-4F0D-AE88-B11BDBDED3ED}"/>
              </a:ext>
            </a:extLst>
          </p:cNvPr>
          <p:cNvSpPr/>
          <p:nvPr/>
        </p:nvSpPr>
        <p:spPr>
          <a:xfrm>
            <a:off x="7722120" y="429661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9B36E0DD-2DD1-4876-899D-4888E238ED67}"/>
              </a:ext>
            </a:extLst>
          </p:cNvPr>
          <p:cNvSpPr/>
          <p:nvPr/>
        </p:nvSpPr>
        <p:spPr>
          <a:xfrm>
            <a:off x="4474589" y="43461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R3</a:t>
            </a:r>
            <a:endParaRPr lang="he-IL" dirty="0"/>
          </a:p>
        </p:txBody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288129BB-2FD6-4EE1-A75B-937C38599367}"/>
              </a:ext>
            </a:extLst>
          </p:cNvPr>
          <p:cNvSpPr/>
          <p:nvPr/>
        </p:nvSpPr>
        <p:spPr>
          <a:xfrm>
            <a:off x="7522589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ADB3E5CF-EA6D-46EC-8D8D-99E701EF4578}"/>
              </a:ext>
            </a:extLst>
          </p:cNvPr>
          <p:cNvCxnSpPr>
            <a:cxnSpLocks/>
          </p:cNvCxnSpPr>
          <p:nvPr/>
        </p:nvCxnSpPr>
        <p:spPr>
          <a:xfrm>
            <a:off x="702297" y="1143393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7197425D-2D95-4333-89D4-55E37797E2E8}"/>
              </a:ext>
            </a:extLst>
          </p:cNvPr>
          <p:cNvCxnSpPr>
            <a:cxnSpLocks/>
          </p:cNvCxnSpPr>
          <p:nvPr/>
        </p:nvCxnSpPr>
        <p:spPr>
          <a:xfrm flipV="1">
            <a:off x="569144" y="2037564"/>
            <a:ext cx="1341355" cy="61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2BD63C7A-2C40-4F0A-AFBD-9E57523B54EC}"/>
              </a:ext>
            </a:extLst>
          </p:cNvPr>
          <p:cNvCxnSpPr/>
          <p:nvPr/>
        </p:nvCxnSpPr>
        <p:spPr>
          <a:xfrm>
            <a:off x="10525810" y="4696192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F23C34F4-CED3-401F-B2B7-DE9266D051E0}"/>
              </a:ext>
            </a:extLst>
          </p:cNvPr>
          <p:cNvCxnSpPr>
            <a:cxnSpLocks/>
          </p:cNvCxnSpPr>
          <p:nvPr/>
        </p:nvCxnSpPr>
        <p:spPr>
          <a:xfrm flipV="1">
            <a:off x="10525810" y="3979463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7DA454F4-9781-4F0B-9606-34AC66E887A5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370841" y="1959597"/>
            <a:ext cx="2345703" cy="6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מחבר ישר 25">
            <a:extLst>
              <a:ext uri="{FF2B5EF4-FFF2-40B4-BE49-F238E27FC236}">
                <a16:creationId xmlns:a16="http://schemas.microsoft.com/office/drawing/2014/main" id="{FBC0EC75-1627-4B57-8A3E-AF555ACAC592}"/>
              </a:ext>
            </a:extLst>
          </p:cNvPr>
          <p:cNvCxnSpPr>
            <a:stCxn id="10" idx="4"/>
          </p:cNvCxnSpPr>
          <p:nvPr/>
        </p:nvCxnSpPr>
        <p:spPr>
          <a:xfrm flipH="1">
            <a:off x="5213023" y="2469822"/>
            <a:ext cx="72272" cy="187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מחבר ישר 27">
            <a:extLst>
              <a:ext uri="{FF2B5EF4-FFF2-40B4-BE49-F238E27FC236}">
                <a16:creationId xmlns:a16="http://schemas.microsoft.com/office/drawing/2014/main" id="{F8E174C6-754B-427D-A7AE-4862BCBCC92D}"/>
              </a:ext>
            </a:extLst>
          </p:cNvPr>
          <p:cNvCxnSpPr>
            <a:stCxn id="10" idx="6"/>
          </p:cNvCxnSpPr>
          <p:nvPr/>
        </p:nvCxnSpPr>
        <p:spPr>
          <a:xfrm flipV="1">
            <a:off x="5854045" y="2026761"/>
            <a:ext cx="1681898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מחבר ישר 29">
            <a:extLst>
              <a:ext uri="{FF2B5EF4-FFF2-40B4-BE49-F238E27FC236}">
                <a16:creationId xmlns:a16="http://schemas.microsoft.com/office/drawing/2014/main" id="{800B1EBB-266A-44E9-BF41-DFC8C8C8CB6A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212708" y="2524370"/>
            <a:ext cx="78163" cy="1772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מחבר ישר 31">
            <a:extLst>
              <a:ext uri="{FF2B5EF4-FFF2-40B4-BE49-F238E27FC236}">
                <a16:creationId xmlns:a16="http://schemas.microsoft.com/office/drawing/2014/main" id="{457B6AEB-1E57-43F2-BC3E-893C407F25C6}"/>
              </a:ext>
            </a:extLst>
          </p:cNvPr>
          <p:cNvCxnSpPr>
            <a:stCxn id="12" idx="6"/>
            <a:endCxn id="11" idx="2"/>
          </p:cNvCxnSpPr>
          <p:nvPr/>
        </p:nvCxnSpPr>
        <p:spPr>
          <a:xfrm flipV="1">
            <a:off x="5612090" y="4739670"/>
            <a:ext cx="2110030" cy="49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מחבר ישר 35">
            <a:extLst>
              <a:ext uri="{FF2B5EF4-FFF2-40B4-BE49-F238E27FC236}">
                <a16:creationId xmlns:a16="http://schemas.microsoft.com/office/drawing/2014/main" id="{4C55375E-EB16-4B4E-A569-02EA69600DEA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>
            <a:off x="8859621" y="4739670"/>
            <a:ext cx="9921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מלבן 38">
            <a:extLst>
              <a:ext uri="{FF2B5EF4-FFF2-40B4-BE49-F238E27FC236}">
                <a16:creationId xmlns:a16="http://schemas.microsoft.com/office/drawing/2014/main" id="{9C3E77EB-D65F-413A-B6B1-469C0AD360EC}"/>
              </a:ext>
            </a:extLst>
          </p:cNvPr>
          <p:cNvSpPr/>
          <p:nvPr/>
        </p:nvSpPr>
        <p:spPr>
          <a:xfrm>
            <a:off x="2780907" y="570715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0" name="מלבן: פינות מעוגלות 39">
            <a:extLst>
              <a:ext uri="{FF2B5EF4-FFF2-40B4-BE49-F238E27FC236}">
                <a16:creationId xmlns:a16="http://schemas.microsoft.com/office/drawing/2014/main" id="{4CEE0845-AE03-4CB4-8F44-AF875104AE2F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42" name="מלבן: פינות מעוגלות 41">
            <a:extLst>
              <a:ext uri="{FF2B5EF4-FFF2-40B4-BE49-F238E27FC236}">
                <a16:creationId xmlns:a16="http://schemas.microsoft.com/office/drawing/2014/main" id="{11584D8C-7A3D-42BF-AE76-CA9115F6DBB9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43" name="מלבן: פינות מעוגלות 42">
            <a:extLst>
              <a:ext uri="{FF2B5EF4-FFF2-40B4-BE49-F238E27FC236}">
                <a16:creationId xmlns:a16="http://schemas.microsoft.com/office/drawing/2014/main" id="{7A2E0227-D0CC-4A0F-9C49-17BB25F79108}"/>
              </a:ext>
            </a:extLst>
          </p:cNvPr>
          <p:cNvSpPr/>
          <p:nvPr/>
        </p:nvSpPr>
        <p:spPr>
          <a:xfrm>
            <a:off x="3943547" y="2148722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45" name="מלבן 44">
            <a:extLst>
              <a:ext uri="{FF2B5EF4-FFF2-40B4-BE49-F238E27FC236}">
                <a16:creationId xmlns:a16="http://schemas.microsoft.com/office/drawing/2014/main" id="{835977AD-9FEE-41F2-A911-020BB2AD8461}"/>
              </a:ext>
            </a:extLst>
          </p:cNvPr>
          <p:cNvSpPr/>
          <p:nvPr/>
        </p:nvSpPr>
        <p:spPr>
          <a:xfrm>
            <a:off x="5722070" y="111059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6" name="מלבן: פינות מעוגלות 45">
            <a:extLst>
              <a:ext uri="{FF2B5EF4-FFF2-40B4-BE49-F238E27FC236}">
                <a16:creationId xmlns:a16="http://schemas.microsoft.com/office/drawing/2014/main" id="{6D3B1590-889D-4C9C-A3DA-0C8B0D81BCAC}"/>
              </a:ext>
            </a:extLst>
          </p:cNvPr>
          <p:cNvSpPr/>
          <p:nvPr/>
        </p:nvSpPr>
        <p:spPr>
          <a:xfrm>
            <a:off x="5805736" y="178951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47" name="מלבן: פינות מעוגלות 46">
            <a:extLst>
              <a:ext uri="{FF2B5EF4-FFF2-40B4-BE49-F238E27FC236}">
                <a16:creationId xmlns:a16="http://schemas.microsoft.com/office/drawing/2014/main" id="{7984CC85-B1B4-4FF9-B81A-0222448E2A30}"/>
              </a:ext>
            </a:extLst>
          </p:cNvPr>
          <p:cNvSpPr/>
          <p:nvPr/>
        </p:nvSpPr>
        <p:spPr>
          <a:xfrm>
            <a:off x="5027629" y="2470018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48" name="מלבן: פינות מעוגלות 47">
            <a:extLst>
              <a:ext uri="{FF2B5EF4-FFF2-40B4-BE49-F238E27FC236}">
                <a16:creationId xmlns:a16="http://schemas.microsoft.com/office/drawing/2014/main" id="{1512FD59-C6FB-43AE-BA64-33890B64907D}"/>
              </a:ext>
            </a:extLst>
          </p:cNvPr>
          <p:cNvSpPr/>
          <p:nvPr/>
        </p:nvSpPr>
        <p:spPr>
          <a:xfrm>
            <a:off x="7127838" y="175485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49" name="מלבן: פינות מעוגלות 48">
            <a:extLst>
              <a:ext uri="{FF2B5EF4-FFF2-40B4-BE49-F238E27FC236}">
                <a16:creationId xmlns:a16="http://schemas.microsoft.com/office/drawing/2014/main" id="{F18F1FF2-F1C1-4605-860C-0062EBD83DE1}"/>
              </a:ext>
            </a:extLst>
          </p:cNvPr>
          <p:cNvSpPr/>
          <p:nvPr/>
        </p:nvSpPr>
        <p:spPr>
          <a:xfrm>
            <a:off x="5043339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51" name="מלבן: פינות מעוגלות 50">
            <a:extLst>
              <a:ext uri="{FF2B5EF4-FFF2-40B4-BE49-F238E27FC236}">
                <a16:creationId xmlns:a16="http://schemas.microsoft.com/office/drawing/2014/main" id="{9B3F040F-B2FF-4F5A-906B-28CC85D1A502}"/>
              </a:ext>
            </a:extLst>
          </p:cNvPr>
          <p:cNvSpPr/>
          <p:nvPr/>
        </p:nvSpPr>
        <p:spPr>
          <a:xfrm>
            <a:off x="5612482" y="448573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52" name="מלבן: פינות מעוגלות 51">
            <a:extLst>
              <a:ext uri="{FF2B5EF4-FFF2-40B4-BE49-F238E27FC236}">
                <a16:creationId xmlns:a16="http://schemas.microsoft.com/office/drawing/2014/main" id="{A31C0A32-FA23-4C85-8DF9-E304A581BCFD}"/>
              </a:ext>
            </a:extLst>
          </p:cNvPr>
          <p:cNvSpPr/>
          <p:nvPr/>
        </p:nvSpPr>
        <p:spPr>
          <a:xfrm>
            <a:off x="7267672" y="453527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53" name="מלבן: פינות מעוגלות 52">
            <a:extLst>
              <a:ext uri="{FF2B5EF4-FFF2-40B4-BE49-F238E27FC236}">
                <a16:creationId xmlns:a16="http://schemas.microsoft.com/office/drawing/2014/main" id="{56ECF2D3-D0DC-459B-9BE1-D6CC6BE1E01C}"/>
              </a:ext>
            </a:extLst>
          </p:cNvPr>
          <p:cNvSpPr/>
          <p:nvPr/>
        </p:nvSpPr>
        <p:spPr>
          <a:xfrm>
            <a:off x="8154185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61" name="מלבן: פינות מעוגלות 60">
            <a:extLst>
              <a:ext uri="{FF2B5EF4-FFF2-40B4-BE49-F238E27FC236}">
                <a16:creationId xmlns:a16="http://schemas.microsoft.com/office/drawing/2014/main" id="{F1CCC8A8-D52C-4242-8826-8B5CA4A9D2B2}"/>
              </a:ext>
            </a:extLst>
          </p:cNvPr>
          <p:cNvSpPr/>
          <p:nvPr/>
        </p:nvSpPr>
        <p:spPr>
          <a:xfrm>
            <a:off x="7905549" y="2451849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62" name="מלבן 61">
            <a:extLst>
              <a:ext uri="{FF2B5EF4-FFF2-40B4-BE49-F238E27FC236}">
                <a16:creationId xmlns:a16="http://schemas.microsoft.com/office/drawing/2014/main" id="{697151A9-1317-4580-BB6B-BF08CA957DBC}"/>
              </a:ext>
            </a:extLst>
          </p:cNvPr>
          <p:cNvSpPr/>
          <p:nvPr/>
        </p:nvSpPr>
        <p:spPr>
          <a:xfrm>
            <a:off x="8282137" y="291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3" name="מלבן 62">
            <a:extLst>
              <a:ext uri="{FF2B5EF4-FFF2-40B4-BE49-F238E27FC236}">
                <a16:creationId xmlns:a16="http://schemas.microsoft.com/office/drawing/2014/main" id="{BA19D312-97D6-4215-8EF0-B098FCF18BCF}"/>
              </a:ext>
            </a:extLst>
          </p:cNvPr>
          <p:cNvSpPr/>
          <p:nvPr/>
        </p:nvSpPr>
        <p:spPr>
          <a:xfrm>
            <a:off x="5563187" y="517794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192.168.34.0/24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4" name="מלבן 63">
            <a:extLst>
              <a:ext uri="{FF2B5EF4-FFF2-40B4-BE49-F238E27FC236}">
                <a16:creationId xmlns:a16="http://schemas.microsoft.com/office/drawing/2014/main" id="{49BB0B27-EE3D-4C8A-9CB9-810B9081F8CE}"/>
              </a:ext>
            </a:extLst>
          </p:cNvPr>
          <p:cNvSpPr/>
          <p:nvPr/>
        </p:nvSpPr>
        <p:spPr>
          <a:xfrm>
            <a:off x="3579242" y="318736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192.168.13.0/24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5" name="מלבן 64">
            <a:extLst>
              <a:ext uri="{FF2B5EF4-FFF2-40B4-BE49-F238E27FC236}">
                <a16:creationId xmlns:a16="http://schemas.microsoft.com/office/drawing/2014/main" id="{4E17738E-BF9B-4D20-BD08-79D008AB73F4}"/>
              </a:ext>
            </a:extLst>
          </p:cNvPr>
          <p:cNvSpPr/>
          <p:nvPr/>
        </p:nvSpPr>
        <p:spPr>
          <a:xfrm>
            <a:off x="8660090" y="5352952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6" name="מלבן: פינות מעוגלות 65">
            <a:extLst>
              <a:ext uri="{FF2B5EF4-FFF2-40B4-BE49-F238E27FC236}">
                <a16:creationId xmlns:a16="http://schemas.microsoft.com/office/drawing/2014/main" id="{05334059-E6A2-487E-A502-E9FAE6FCD39F}"/>
              </a:ext>
            </a:extLst>
          </p:cNvPr>
          <p:cNvSpPr/>
          <p:nvPr/>
        </p:nvSpPr>
        <p:spPr>
          <a:xfrm>
            <a:off x="11010110" y="350610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67" name="מלבן: פינות מעוגלות 66">
            <a:extLst>
              <a:ext uri="{FF2B5EF4-FFF2-40B4-BE49-F238E27FC236}">
                <a16:creationId xmlns:a16="http://schemas.microsoft.com/office/drawing/2014/main" id="{4AA76DD2-3F1E-45FE-96F3-6C6C9B7CEF6C}"/>
              </a:ext>
            </a:extLst>
          </p:cNvPr>
          <p:cNvSpPr/>
          <p:nvPr/>
        </p:nvSpPr>
        <p:spPr>
          <a:xfrm>
            <a:off x="11272295" y="557431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68" name="מלבן: פינות מעוגלות 67">
            <a:extLst>
              <a:ext uri="{FF2B5EF4-FFF2-40B4-BE49-F238E27FC236}">
                <a16:creationId xmlns:a16="http://schemas.microsoft.com/office/drawing/2014/main" id="{C875D901-9BA0-407F-A720-C88D9E4AB60F}"/>
              </a:ext>
            </a:extLst>
          </p:cNvPr>
          <p:cNvSpPr/>
          <p:nvPr/>
        </p:nvSpPr>
        <p:spPr>
          <a:xfrm>
            <a:off x="8845485" y="4442409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12833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לבן 3">
            <a:extLst>
              <a:ext uri="{FF2B5EF4-FFF2-40B4-BE49-F238E27FC236}">
                <a16:creationId xmlns:a16="http://schemas.microsoft.com/office/drawing/2014/main" id="{598128DF-E493-4EB3-8C29-1C46EA6A858A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3E0DE37-0BDA-4AEA-9C01-109B547887B0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DF571836-C0A2-4CC1-8C08-5BFA229EE68C}"/>
              </a:ext>
            </a:extLst>
          </p:cNvPr>
          <p:cNvSpPr/>
          <p:nvPr/>
        </p:nvSpPr>
        <p:spPr>
          <a:xfrm>
            <a:off x="11466136" y="34482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D78F59D-481C-4D00-AB84-E4402615FCB5}"/>
              </a:ext>
            </a:extLst>
          </p:cNvPr>
          <p:cNvSpPr/>
          <p:nvPr/>
        </p:nvSpPr>
        <p:spPr>
          <a:xfrm>
            <a:off x="11466136" y="488514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E8B645F6-6ACF-4833-A77D-53C31E64B54E}"/>
              </a:ext>
            </a:extLst>
          </p:cNvPr>
          <p:cNvSpPr/>
          <p:nvPr/>
        </p:nvSpPr>
        <p:spPr>
          <a:xfrm>
            <a:off x="1778524" y="1583703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3735F1F9-0308-4743-8864-4EBA85E03401}"/>
              </a:ext>
            </a:extLst>
          </p:cNvPr>
          <p:cNvSpPr/>
          <p:nvPr/>
        </p:nvSpPr>
        <p:spPr>
          <a:xfrm>
            <a:off x="9851794" y="4363776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FC113E68-5F34-419A-9497-1DCA1B146A54}"/>
              </a:ext>
            </a:extLst>
          </p:cNvPr>
          <p:cNvSpPr/>
          <p:nvPr/>
        </p:nvSpPr>
        <p:spPr>
          <a:xfrm>
            <a:off x="4716544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EAC36A00-5D2C-49D1-B587-09BC9C191E09}"/>
              </a:ext>
            </a:extLst>
          </p:cNvPr>
          <p:cNvSpPr/>
          <p:nvPr/>
        </p:nvSpPr>
        <p:spPr>
          <a:xfrm>
            <a:off x="7722120" y="429661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12" name="אליפסה 11">
            <a:extLst>
              <a:ext uri="{FF2B5EF4-FFF2-40B4-BE49-F238E27FC236}">
                <a16:creationId xmlns:a16="http://schemas.microsoft.com/office/drawing/2014/main" id="{76FAD0C3-6FCA-4906-B916-8AB95FB0276C}"/>
              </a:ext>
            </a:extLst>
          </p:cNvPr>
          <p:cNvSpPr/>
          <p:nvPr/>
        </p:nvSpPr>
        <p:spPr>
          <a:xfrm>
            <a:off x="4474589" y="43461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R3</a:t>
            </a:r>
            <a:endParaRPr lang="he-IL" dirty="0"/>
          </a:p>
        </p:txBody>
      </p:sp>
      <p:sp>
        <p:nvSpPr>
          <p:cNvPr id="13" name="אליפסה 12">
            <a:extLst>
              <a:ext uri="{FF2B5EF4-FFF2-40B4-BE49-F238E27FC236}">
                <a16:creationId xmlns:a16="http://schemas.microsoft.com/office/drawing/2014/main" id="{70AE7601-DF41-4225-A216-2F57634D902A}"/>
              </a:ext>
            </a:extLst>
          </p:cNvPr>
          <p:cNvSpPr/>
          <p:nvPr/>
        </p:nvSpPr>
        <p:spPr>
          <a:xfrm>
            <a:off x="7522589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14" name="מחבר ישר 13">
            <a:extLst>
              <a:ext uri="{FF2B5EF4-FFF2-40B4-BE49-F238E27FC236}">
                <a16:creationId xmlns:a16="http://schemas.microsoft.com/office/drawing/2014/main" id="{581FCC79-8A36-4006-B64D-E92238DC55B9}"/>
              </a:ext>
            </a:extLst>
          </p:cNvPr>
          <p:cNvCxnSpPr>
            <a:cxnSpLocks/>
          </p:cNvCxnSpPr>
          <p:nvPr/>
        </p:nvCxnSpPr>
        <p:spPr>
          <a:xfrm>
            <a:off x="702297" y="1143393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C8D3DEA4-1BB8-4174-9B22-234ADE70496F}"/>
              </a:ext>
            </a:extLst>
          </p:cNvPr>
          <p:cNvCxnSpPr>
            <a:cxnSpLocks/>
          </p:cNvCxnSpPr>
          <p:nvPr/>
        </p:nvCxnSpPr>
        <p:spPr>
          <a:xfrm flipV="1">
            <a:off x="569144" y="2037564"/>
            <a:ext cx="1341355" cy="61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ADB5DD50-BE9F-4C1E-89D6-EE4F495ACA58}"/>
              </a:ext>
            </a:extLst>
          </p:cNvPr>
          <p:cNvCxnSpPr/>
          <p:nvPr/>
        </p:nvCxnSpPr>
        <p:spPr>
          <a:xfrm>
            <a:off x="10525810" y="4696192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DA79EE5F-C4B0-4E76-BFCD-E388E55001DA}"/>
              </a:ext>
            </a:extLst>
          </p:cNvPr>
          <p:cNvCxnSpPr>
            <a:cxnSpLocks/>
          </p:cNvCxnSpPr>
          <p:nvPr/>
        </p:nvCxnSpPr>
        <p:spPr>
          <a:xfrm flipV="1">
            <a:off x="10525810" y="3979463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D9B01235-9230-45AF-8D90-DEE64555E5A2}"/>
              </a:ext>
            </a:extLst>
          </p:cNvPr>
          <p:cNvCxnSpPr>
            <a:cxnSpLocks/>
            <a:endCxn id="10" idx="2"/>
          </p:cNvCxnSpPr>
          <p:nvPr/>
        </p:nvCxnSpPr>
        <p:spPr>
          <a:xfrm>
            <a:off x="2370841" y="1959597"/>
            <a:ext cx="2345703" cy="6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07BC43F5-7C3A-4144-A65D-2860EB751F20}"/>
              </a:ext>
            </a:extLst>
          </p:cNvPr>
          <p:cNvCxnSpPr>
            <a:stCxn id="10" idx="4"/>
          </p:cNvCxnSpPr>
          <p:nvPr/>
        </p:nvCxnSpPr>
        <p:spPr>
          <a:xfrm flipH="1">
            <a:off x="5213023" y="2469822"/>
            <a:ext cx="72272" cy="187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ישר 19">
            <a:extLst>
              <a:ext uri="{FF2B5EF4-FFF2-40B4-BE49-F238E27FC236}">
                <a16:creationId xmlns:a16="http://schemas.microsoft.com/office/drawing/2014/main" id="{B002DC9B-2D5C-43FF-A9B8-FAFE54EAC45E}"/>
              </a:ext>
            </a:extLst>
          </p:cNvPr>
          <p:cNvCxnSpPr>
            <a:stCxn id="10" idx="6"/>
          </p:cNvCxnSpPr>
          <p:nvPr/>
        </p:nvCxnSpPr>
        <p:spPr>
          <a:xfrm flipV="1">
            <a:off x="5854045" y="2026761"/>
            <a:ext cx="1681898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CD4861C2-6CFA-4E48-9D32-B709E2D9FD10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8212708" y="2524370"/>
            <a:ext cx="78163" cy="1772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39A22186-1030-435C-97E9-EE10861FB0A1}"/>
              </a:ext>
            </a:extLst>
          </p:cNvPr>
          <p:cNvCxnSpPr>
            <a:stCxn id="12" idx="6"/>
            <a:endCxn id="11" idx="2"/>
          </p:cNvCxnSpPr>
          <p:nvPr/>
        </p:nvCxnSpPr>
        <p:spPr>
          <a:xfrm flipV="1">
            <a:off x="5612090" y="4739670"/>
            <a:ext cx="2110030" cy="49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F162A197-FD8C-4A3F-BEC7-1F8AAC4D1217}"/>
              </a:ext>
            </a:extLst>
          </p:cNvPr>
          <p:cNvCxnSpPr>
            <a:cxnSpLocks/>
            <a:stCxn id="11" idx="6"/>
            <a:endCxn id="9" idx="1"/>
          </p:cNvCxnSpPr>
          <p:nvPr/>
        </p:nvCxnSpPr>
        <p:spPr>
          <a:xfrm>
            <a:off x="8859621" y="4739670"/>
            <a:ext cx="9921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מלבן 23">
            <a:extLst>
              <a:ext uri="{FF2B5EF4-FFF2-40B4-BE49-F238E27FC236}">
                <a16:creationId xmlns:a16="http://schemas.microsoft.com/office/drawing/2014/main" id="{54A686C0-4007-4AC6-A08B-C37935A81832}"/>
              </a:ext>
            </a:extLst>
          </p:cNvPr>
          <p:cNvSpPr/>
          <p:nvPr/>
        </p:nvSpPr>
        <p:spPr>
          <a:xfrm>
            <a:off x="2780907" y="570715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8DD0CDA1-1FF3-4D08-9E23-B1042E298EBF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482B8B94-32D3-4BFB-903B-8E7F3C388353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74EEF0A5-DB36-401D-98E9-4E28B56C547C}"/>
              </a:ext>
            </a:extLst>
          </p:cNvPr>
          <p:cNvSpPr/>
          <p:nvPr/>
        </p:nvSpPr>
        <p:spPr>
          <a:xfrm>
            <a:off x="3943547" y="2148722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DA638308-81CA-4771-9D65-56E9FE3F5E21}"/>
              </a:ext>
            </a:extLst>
          </p:cNvPr>
          <p:cNvSpPr/>
          <p:nvPr/>
        </p:nvSpPr>
        <p:spPr>
          <a:xfrm>
            <a:off x="5722070" y="111059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931CF0FD-49AC-4C2B-AC30-E54C5001BD05}"/>
              </a:ext>
            </a:extLst>
          </p:cNvPr>
          <p:cNvSpPr/>
          <p:nvPr/>
        </p:nvSpPr>
        <p:spPr>
          <a:xfrm>
            <a:off x="5805736" y="178951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F4E02DAF-D70B-466D-855B-5B1A8AD7CD19}"/>
              </a:ext>
            </a:extLst>
          </p:cNvPr>
          <p:cNvSpPr/>
          <p:nvPr/>
        </p:nvSpPr>
        <p:spPr>
          <a:xfrm>
            <a:off x="5027629" y="2470018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77E37B91-E7BA-4C9F-A915-654D18ACD9F8}"/>
              </a:ext>
            </a:extLst>
          </p:cNvPr>
          <p:cNvSpPr/>
          <p:nvPr/>
        </p:nvSpPr>
        <p:spPr>
          <a:xfrm>
            <a:off x="7127838" y="175485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7DB9A743-9FF4-4413-8BFB-93E8D79093BE}"/>
              </a:ext>
            </a:extLst>
          </p:cNvPr>
          <p:cNvSpPr/>
          <p:nvPr/>
        </p:nvSpPr>
        <p:spPr>
          <a:xfrm>
            <a:off x="5043339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25C52152-C694-4221-B31A-374DA957ADE9}"/>
              </a:ext>
            </a:extLst>
          </p:cNvPr>
          <p:cNvSpPr/>
          <p:nvPr/>
        </p:nvSpPr>
        <p:spPr>
          <a:xfrm>
            <a:off x="5612482" y="448573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85C502B4-10AE-4F9E-98D8-DE886C10E949}"/>
              </a:ext>
            </a:extLst>
          </p:cNvPr>
          <p:cNvSpPr/>
          <p:nvPr/>
        </p:nvSpPr>
        <p:spPr>
          <a:xfrm>
            <a:off x="7267672" y="453527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35" name="מלבן: פינות מעוגלות 34">
            <a:extLst>
              <a:ext uri="{FF2B5EF4-FFF2-40B4-BE49-F238E27FC236}">
                <a16:creationId xmlns:a16="http://schemas.microsoft.com/office/drawing/2014/main" id="{C64BE79A-9C31-41EF-9B1C-C0CAF02B3C0E}"/>
              </a:ext>
            </a:extLst>
          </p:cNvPr>
          <p:cNvSpPr/>
          <p:nvPr/>
        </p:nvSpPr>
        <p:spPr>
          <a:xfrm>
            <a:off x="8154185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31711417-B22F-4BED-8FF7-FE4BC8B9D410}"/>
              </a:ext>
            </a:extLst>
          </p:cNvPr>
          <p:cNvSpPr/>
          <p:nvPr/>
        </p:nvSpPr>
        <p:spPr>
          <a:xfrm>
            <a:off x="7905549" y="2451849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D587868F-5744-4E1D-B9F1-59DDCA9F0585}"/>
              </a:ext>
            </a:extLst>
          </p:cNvPr>
          <p:cNvSpPr/>
          <p:nvPr/>
        </p:nvSpPr>
        <p:spPr>
          <a:xfrm>
            <a:off x="8282137" y="291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F877B753-614B-40E7-B6C6-038E5FCD7BA3}"/>
              </a:ext>
            </a:extLst>
          </p:cNvPr>
          <p:cNvSpPr/>
          <p:nvPr/>
        </p:nvSpPr>
        <p:spPr>
          <a:xfrm>
            <a:off x="5563187" y="517794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192.168.34.0/24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9" name="מלבן 38">
            <a:extLst>
              <a:ext uri="{FF2B5EF4-FFF2-40B4-BE49-F238E27FC236}">
                <a16:creationId xmlns:a16="http://schemas.microsoft.com/office/drawing/2014/main" id="{6A692684-9159-4727-AD38-3FEA37709B7C}"/>
              </a:ext>
            </a:extLst>
          </p:cNvPr>
          <p:cNvSpPr/>
          <p:nvPr/>
        </p:nvSpPr>
        <p:spPr>
          <a:xfrm>
            <a:off x="3579242" y="318736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192.168.13.0/24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0" name="מלבן 39">
            <a:extLst>
              <a:ext uri="{FF2B5EF4-FFF2-40B4-BE49-F238E27FC236}">
                <a16:creationId xmlns:a16="http://schemas.microsoft.com/office/drawing/2014/main" id="{C642B076-7957-432A-B08C-89B229F18AFC}"/>
              </a:ext>
            </a:extLst>
          </p:cNvPr>
          <p:cNvSpPr/>
          <p:nvPr/>
        </p:nvSpPr>
        <p:spPr>
          <a:xfrm>
            <a:off x="8660090" y="5352952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1" name="מלבן: פינות מעוגלות 40">
            <a:extLst>
              <a:ext uri="{FF2B5EF4-FFF2-40B4-BE49-F238E27FC236}">
                <a16:creationId xmlns:a16="http://schemas.microsoft.com/office/drawing/2014/main" id="{E9899CFE-6A33-4674-9A34-CF9143523C49}"/>
              </a:ext>
            </a:extLst>
          </p:cNvPr>
          <p:cNvSpPr/>
          <p:nvPr/>
        </p:nvSpPr>
        <p:spPr>
          <a:xfrm>
            <a:off x="11010110" y="350610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42" name="מלבן: פינות מעוגלות 41">
            <a:extLst>
              <a:ext uri="{FF2B5EF4-FFF2-40B4-BE49-F238E27FC236}">
                <a16:creationId xmlns:a16="http://schemas.microsoft.com/office/drawing/2014/main" id="{0CE98B3B-C3E6-4AD1-A3AA-AFC77CBFE069}"/>
              </a:ext>
            </a:extLst>
          </p:cNvPr>
          <p:cNvSpPr/>
          <p:nvPr/>
        </p:nvSpPr>
        <p:spPr>
          <a:xfrm>
            <a:off x="11272295" y="557431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43" name="מלבן: פינות מעוגלות 42">
            <a:extLst>
              <a:ext uri="{FF2B5EF4-FFF2-40B4-BE49-F238E27FC236}">
                <a16:creationId xmlns:a16="http://schemas.microsoft.com/office/drawing/2014/main" id="{B32DBD28-5D95-4C6F-A6FD-6429B8C591C8}"/>
              </a:ext>
            </a:extLst>
          </p:cNvPr>
          <p:cNvSpPr/>
          <p:nvPr/>
        </p:nvSpPr>
        <p:spPr>
          <a:xfrm>
            <a:off x="8845485" y="4442409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87" name="מלבן 86">
            <a:extLst>
              <a:ext uri="{FF2B5EF4-FFF2-40B4-BE49-F238E27FC236}">
                <a16:creationId xmlns:a16="http://schemas.microsoft.com/office/drawing/2014/main" id="{D4C2AE45-54A3-42E9-A8ED-F1453228D702}"/>
              </a:ext>
            </a:extLst>
          </p:cNvPr>
          <p:cNvSpPr/>
          <p:nvPr/>
        </p:nvSpPr>
        <p:spPr>
          <a:xfrm>
            <a:off x="6128103" y="2402657"/>
            <a:ext cx="1221266" cy="246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G0/0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8" name="מלבן 87">
            <a:extLst>
              <a:ext uri="{FF2B5EF4-FFF2-40B4-BE49-F238E27FC236}">
                <a16:creationId xmlns:a16="http://schemas.microsoft.com/office/drawing/2014/main" id="{BD37877F-FFDE-4766-9E07-0EB8E2248006}"/>
              </a:ext>
            </a:extLst>
          </p:cNvPr>
          <p:cNvSpPr/>
          <p:nvPr/>
        </p:nvSpPr>
        <p:spPr>
          <a:xfrm>
            <a:off x="6062165" y="4308903"/>
            <a:ext cx="1221266" cy="246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G0/0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89" name="מלבן 88">
            <a:extLst>
              <a:ext uri="{FF2B5EF4-FFF2-40B4-BE49-F238E27FC236}">
                <a16:creationId xmlns:a16="http://schemas.microsoft.com/office/drawing/2014/main" id="{C2BD308A-4259-4158-8224-B5A876B6E7AD}"/>
              </a:ext>
            </a:extLst>
          </p:cNvPr>
          <p:cNvSpPr/>
          <p:nvPr/>
        </p:nvSpPr>
        <p:spPr>
          <a:xfrm>
            <a:off x="5669135" y="2551704"/>
            <a:ext cx="171549" cy="147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G0/1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0" name="מלבן 89">
            <a:extLst>
              <a:ext uri="{FF2B5EF4-FFF2-40B4-BE49-F238E27FC236}">
                <a16:creationId xmlns:a16="http://schemas.microsoft.com/office/drawing/2014/main" id="{34E6D20F-555A-49F9-BAF0-5B67AA260C36}"/>
              </a:ext>
            </a:extLst>
          </p:cNvPr>
          <p:cNvSpPr/>
          <p:nvPr/>
        </p:nvSpPr>
        <p:spPr>
          <a:xfrm>
            <a:off x="7641743" y="2704187"/>
            <a:ext cx="171549" cy="147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G0/1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92" name="מלבן 91">
            <a:extLst>
              <a:ext uri="{FF2B5EF4-FFF2-40B4-BE49-F238E27FC236}">
                <a16:creationId xmlns:a16="http://schemas.microsoft.com/office/drawing/2014/main" id="{8500DF8C-CCC5-4DCF-B684-5A38210C259E}"/>
              </a:ext>
            </a:extLst>
          </p:cNvPr>
          <p:cNvSpPr/>
          <p:nvPr/>
        </p:nvSpPr>
        <p:spPr>
          <a:xfrm>
            <a:off x="2643631" y="1468247"/>
            <a:ext cx="2043650" cy="3866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93" name="מלבן 92">
            <a:extLst>
              <a:ext uri="{FF2B5EF4-FFF2-40B4-BE49-F238E27FC236}">
                <a16:creationId xmlns:a16="http://schemas.microsoft.com/office/drawing/2014/main" id="{5FB39A84-5A02-4720-B31F-32E48A5A4DA1}"/>
              </a:ext>
            </a:extLst>
          </p:cNvPr>
          <p:cNvSpPr/>
          <p:nvPr/>
        </p:nvSpPr>
        <p:spPr>
          <a:xfrm>
            <a:off x="8721260" y="3806126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547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97E584EF-F478-4046-B0B1-F62BF5BBAAB1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9DCF842E-EBBD-4F95-BEDC-3B79CD84C573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84BB1909-EB0F-46A9-9F19-78BE6C869BDC}"/>
              </a:ext>
            </a:extLst>
          </p:cNvPr>
          <p:cNvSpPr/>
          <p:nvPr/>
        </p:nvSpPr>
        <p:spPr>
          <a:xfrm>
            <a:off x="3488704" y="1591558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7BB250BC-3AB2-451E-88D5-946643A411AC}"/>
              </a:ext>
            </a:extLst>
          </p:cNvPr>
          <p:cNvSpPr/>
          <p:nvPr/>
        </p:nvSpPr>
        <p:spPr>
          <a:xfrm>
            <a:off x="8223316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98731924-9805-4E10-9738-F0D13AF98BA9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702297" y="1143393"/>
            <a:ext cx="2786407" cy="82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6AF662AA-BF9F-4479-9489-263E4E1E32FA}"/>
              </a:ext>
            </a:extLst>
          </p:cNvPr>
          <p:cNvCxnSpPr>
            <a:cxnSpLocks/>
          </p:cNvCxnSpPr>
          <p:nvPr/>
        </p:nvCxnSpPr>
        <p:spPr>
          <a:xfrm flipV="1">
            <a:off x="569144" y="2079198"/>
            <a:ext cx="3036806" cy="5699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E3E443D6-70E0-48B2-99DD-5A30ACB4D78A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>
            <a:off x="4299409" y="1967452"/>
            <a:ext cx="3923907" cy="59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מלבן 21">
            <a:extLst>
              <a:ext uri="{FF2B5EF4-FFF2-40B4-BE49-F238E27FC236}">
                <a16:creationId xmlns:a16="http://schemas.microsoft.com/office/drawing/2014/main" id="{3EC7FCF8-BA6C-4618-9292-06DD429857F5}"/>
              </a:ext>
            </a:extLst>
          </p:cNvPr>
          <p:cNvSpPr/>
          <p:nvPr/>
        </p:nvSpPr>
        <p:spPr>
          <a:xfrm>
            <a:off x="4460057" y="916561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90FCDDFC-868E-461F-AF70-E2DD81290203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A6245CD4-9C53-4189-B0E4-EF12A53E8E85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70F463BC-03BB-44E9-BDB6-071B9139E7AB}"/>
              </a:ext>
            </a:extLst>
          </p:cNvPr>
          <p:cNvSpPr/>
          <p:nvPr/>
        </p:nvSpPr>
        <p:spPr>
          <a:xfrm>
            <a:off x="7456605" y="207919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48" name="מלבן 47">
            <a:extLst>
              <a:ext uri="{FF2B5EF4-FFF2-40B4-BE49-F238E27FC236}">
                <a16:creationId xmlns:a16="http://schemas.microsoft.com/office/drawing/2014/main" id="{DFFD8077-DE27-4378-A2E7-210EACB3C63C}"/>
              </a:ext>
            </a:extLst>
          </p:cNvPr>
          <p:cNvSpPr/>
          <p:nvPr/>
        </p:nvSpPr>
        <p:spPr>
          <a:xfrm>
            <a:off x="1367385" y="4475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53" name="מלבן 52">
            <a:extLst>
              <a:ext uri="{FF2B5EF4-FFF2-40B4-BE49-F238E27FC236}">
                <a16:creationId xmlns:a16="http://schemas.microsoft.com/office/drawing/2014/main" id="{4308E303-1100-46E9-9107-3A20CC62121B}"/>
              </a:ext>
            </a:extLst>
          </p:cNvPr>
          <p:cNvSpPr/>
          <p:nvPr/>
        </p:nvSpPr>
        <p:spPr>
          <a:xfrm>
            <a:off x="736079" y="1031647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  <p:sp>
        <p:nvSpPr>
          <p:cNvPr id="56" name="מלבן 55">
            <a:extLst>
              <a:ext uri="{FF2B5EF4-FFF2-40B4-BE49-F238E27FC236}">
                <a16:creationId xmlns:a16="http://schemas.microsoft.com/office/drawing/2014/main" id="{9D4247C5-9553-478A-AB50-D3E165D0719A}"/>
              </a:ext>
            </a:extLst>
          </p:cNvPr>
          <p:cNvSpPr/>
          <p:nvPr/>
        </p:nvSpPr>
        <p:spPr>
          <a:xfrm>
            <a:off x="4881910" y="2183235"/>
            <a:ext cx="2281287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808879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3C9C586C-6D1D-4FE5-840A-918980748828}"/>
              </a:ext>
            </a:extLst>
          </p:cNvPr>
          <p:cNvSpPr/>
          <p:nvPr/>
        </p:nvSpPr>
        <p:spPr>
          <a:xfrm>
            <a:off x="2130458" y="3760042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/>
              <a:t>1.1.1.1 dynamic f0/1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B302056-387F-4B5C-BD4F-2E1292E5F1F8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54FDA251-35AE-4B77-991B-2418D14D10DE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9865ABE1-53E9-4FD7-85CB-81B2C97BA1DE}"/>
              </a:ext>
            </a:extLst>
          </p:cNvPr>
          <p:cNvSpPr/>
          <p:nvPr/>
        </p:nvSpPr>
        <p:spPr>
          <a:xfrm>
            <a:off x="5260947" y="3043288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AA205BDB-8FD7-4631-9F84-3A14D5EE6E78}"/>
              </a:ext>
            </a:extLst>
          </p:cNvPr>
          <p:cNvSpPr/>
          <p:nvPr/>
        </p:nvSpPr>
        <p:spPr>
          <a:xfrm>
            <a:off x="9995559" y="303543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314137C0-9E6F-479E-B183-BD74DD3662C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15728" y="1255954"/>
            <a:ext cx="4745219" cy="216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9A2F02E0-3F30-4A5C-B7E8-C58C9D3DD9B8}"/>
              </a:ext>
            </a:extLst>
          </p:cNvPr>
          <p:cNvCxnSpPr>
            <a:cxnSpLocks/>
          </p:cNvCxnSpPr>
          <p:nvPr/>
        </p:nvCxnSpPr>
        <p:spPr>
          <a:xfrm>
            <a:off x="569144" y="2743396"/>
            <a:ext cx="4691803" cy="787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0D328AFB-65A2-45D6-9101-528F81B61DDC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6071652" y="3419182"/>
            <a:ext cx="3923907" cy="59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מלבן 9">
            <a:extLst>
              <a:ext uri="{FF2B5EF4-FFF2-40B4-BE49-F238E27FC236}">
                <a16:creationId xmlns:a16="http://schemas.microsoft.com/office/drawing/2014/main" id="{88249285-2941-42B7-9866-CC202A778D72}"/>
              </a:ext>
            </a:extLst>
          </p:cNvPr>
          <p:cNvSpPr/>
          <p:nvPr/>
        </p:nvSpPr>
        <p:spPr>
          <a:xfrm>
            <a:off x="6232300" y="2368291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F305BD21-F9E9-4EE2-BFCA-71FF3AAF5B55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FF63D595-2F83-47C1-8590-CD4562F306D2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CB55C355-9DA7-4010-9036-544F7D5F2504}"/>
              </a:ext>
            </a:extLst>
          </p:cNvPr>
          <p:cNvSpPr/>
          <p:nvPr/>
        </p:nvSpPr>
        <p:spPr>
          <a:xfrm>
            <a:off x="9228848" y="353092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8BD5D996-D88B-43AC-884B-52C93DC7C7B5}"/>
              </a:ext>
            </a:extLst>
          </p:cNvPr>
          <p:cNvSpPr/>
          <p:nvPr/>
        </p:nvSpPr>
        <p:spPr>
          <a:xfrm>
            <a:off x="1367385" y="4475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3A8606A5-CD7A-4E34-8004-134C81EB41E3}"/>
              </a:ext>
            </a:extLst>
          </p:cNvPr>
          <p:cNvSpPr/>
          <p:nvPr/>
        </p:nvSpPr>
        <p:spPr>
          <a:xfrm>
            <a:off x="736079" y="1031647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CA38A7C8-DE92-4910-AC4E-A6ADE9EFEE75}"/>
              </a:ext>
            </a:extLst>
          </p:cNvPr>
          <p:cNvSpPr/>
          <p:nvPr/>
        </p:nvSpPr>
        <p:spPr>
          <a:xfrm>
            <a:off x="3139628" y="8426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Arp-request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192.168.1.254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ffff.ffff.ffff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36" name="בועת דיבור: אליפסה 35">
            <a:extLst>
              <a:ext uri="{FF2B5EF4-FFF2-40B4-BE49-F238E27FC236}">
                <a16:creationId xmlns:a16="http://schemas.microsoft.com/office/drawing/2014/main" id="{229C94E0-FC19-4622-B5F1-90164774B1DE}"/>
              </a:ext>
            </a:extLst>
          </p:cNvPr>
          <p:cNvSpPr/>
          <p:nvPr/>
        </p:nvSpPr>
        <p:spPr>
          <a:xfrm>
            <a:off x="4911871" y="120552"/>
            <a:ext cx="2997724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192.168.1.254</a:t>
            </a:r>
          </a:p>
          <a:p>
            <a:pPr algn="ctr"/>
            <a:r>
              <a:rPr lang="en-US" dirty="0"/>
              <a:t>What’s your mac-address?</a:t>
            </a:r>
            <a:endParaRPr lang="he-IL" dirty="0"/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E3C3B953-05A5-4804-B0CF-7032B4B674A4}"/>
              </a:ext>
            </a:extLst>
          </p:cNvPr>
          <p:cNvSpPr/>
          <p:nvPr/>
        </p:nvSpPr>
        <p:spPr>
          <a:xfrm>
            <a:off x="6478183" y="3593159"/>
            <a:ext cx="2281287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42" name="מלבן 41">
            <a:extLst>
              <a:ext uri="{FF2B5EF4-FFF2-40B4-BE49-F238E27FC236}">
                <a16:creationId xmlns:a16="http://schemas.microsoft.com/office/drawing/2014/main" id="{5342C33D-C62A-4EA2-AE5A-71EF60947507}"/>
              </a:ext>
            </a:extLst>
          </p:cNvPr>
          <p:cNvSpPr/>
          <p:nvPr/>
        </p:nvSpPr>
        <p:spPr>
          <a:xfrm>
            <a:off x="9142045" y="2947338"/>
            <a:ext cx="810705" cy="448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a.a.a.a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61829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FFE7FCB2-CD49-4A48-A718-ADE28B179E39}"/>
              </a:ext>
            </a:extLst>
          </p:cNvPr>
          <p:cNvSpPr/>
          <p:nvPr/>
        </p:nvSpPr>
        <p:spPr>
          <a:xfrm>
            <a:off x="2130458" y="3854310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/>
              <a:t>1.1.1.1 dynamic f0/1</a:t>
            </a:r>
          </a:p>
          <a:p>
            <a:pPr algn="ctr"/>
            <a:r>
              <a:rPr lang="en-US" dirty="0" err="1"/>
              <a:t>a.a.a.a</a:t>
            </a:r>
            <a:r>
              <a:rPr lang="en-US" dirty="0"/>
              <a:t> dynamic G0/2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1F276B83-5D38-45D4-A609-82FFD58F6DB8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F010A5ED-C5A2-454A-AE69-F6E87016F5B5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3D1874FF-D083-4274-98F0-BBEDE3935466}"/>
              </a:ext>
            </a:extLst>
          </p:cNvPr>
          <p:cNvSpPr/>
          <p:nvPr/>
        </p:nvSpPr>
        <p:spPr>
          <a:xfrm>
            <a:off x="5260947" y="3043288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65ED0714-CC5E-4D6D-924A-D3272A8DAEE3}"/>
              </a:ext>
            </a:extLst>
          </p:cNvPr>
          <p:cNvSpPr/>
          <p:nvPr/>
        </p:nvSpPr>
        <p:spPr>
          <a:xfrm>
            <a:off x="9995559" y="303543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2C89E71D-A934-4C2F-BF4F-3E86A94E4FE0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15728" y="1255954"/>
            <a:ext cx="4745219" cy="216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EFB38559-CEC4-4B73-9AC4-63F3610EE4F0}"/>
              </a:ext>
            </a:extLst>
          </p:cNvPr>
          <p:cNvCxnSpPr>
            <a:cxnSpLocks/>
          </p:cNvCxnSpPr>
          <p:nvPr/>
        </p:nvCxnSpPr>
        <p:spPr>
          <a:xfrm>
            <a:off x="569144" y="2743396"/>
            <a:ext cx="4691803" cy="787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16F61FA2-E4C6-44E0-BE86-5512EFB4D04A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6071652" y="3419182"/>
            <a:ext cx="3923907" cy="59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מלבן 9">
            <a:extLst>
              <a:ext uri="{FF2B5EF4-FFF2-40B4-BE49-F238E27FC236}">
                <a16:creationId xmlns:a16="http://schemas.microsoft.com/office/drawing/2014/main" id="{A613D9A8-D594-48CB-847C-0C49358E8226}"/>
              </a:ext>
            </a:extLst>
          </p:cNvPr>
          <p:cNvSpPr/>
          <p:nvPr/>
        </p:nvSpPr>
        <p:spPr>
          <a:xfrm>
            <a:off x="6232300" y="2368291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5D471236-FC9C-4104-AE38-BCD64B56B8A8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EB1675A7-2C3E-49CD-94F1-60126C6CEA7A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A08CB301-3DB1-4B10-A9F6-950A08AE2473}"/>
              </a:ext>
            </a:extLst>
          </p:cNvPr>
          <p:cNvSpPr/>
          <p:nvPr/>
        </p:nvSpPr>
        <p:spPr>
          <a:xfrm>
            <a:off x="9228848" y="353092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93E301A3-A950-44E3-AACC-767CFB7C6952}"/>
              </a:ext>
            </a:extLst>
          </p:cNvPr>
          <p:cNvSpPr/>
          <p:nvPr/>
        </p:nvSpPr>
        <p:spPr>
          <a:xfrm>
            <a:off x="1367385" y="4475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BD61B661-CF60-4C9A-9505-9E12B96C1E1E}"/>
              </a:ext>
            </a:extLst>
          </p:cNvPr>
          <p:cNvSpPr/>
          <p:nvPr/>
        </p:nvSpPr>
        <p:spPr>
          <a:xfrm>
            <a:off x="736079" y="1031647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0C1C42F0-BAF6-48AC-A15B-8FDFB52E401A}"/>
              </a:ext>
            </a:extLst>
          </p:cNvPr>
          <p:cNvSpPr/>
          <p:nvPr/>
        </p:nvSpPr>
        <p:spPr>
          <a:xfrm>
            <a:off x="9228848" y="452388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Arp-reply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192.168.1.254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1.1.1.1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a.a.a.a</a:t>
            </a:r>
            <a:endParaRPr lang="he-IL" dirty="0"/>
          </a:p>
        </p:txBody>
      </p:sp>
      <p:sp>
        <p:nvSpPr>
          <p:cNvPr id="19" name="בועת דיבור: אליפסה 18">
            <a:extLst>
              <a:ext uri="{FF2B5EF4-FFF2-40B4-BE49-F238E27FC236}">
                <a16:creationId xmlns:a16="http://schemas.microsoft.com/office/drawing/2014/main" id="{05BF7F52-7D82-47E5-B56D-C77A1812A84E}"/>
              </a:ext>
            </a:extLst>
          </p:cNvPr>
          <p:cNvSpPr/>
          <p:nvPr/>
        </p:nvSpPr>
        <p:spPr>
          <a:xfrm>
            <a:off x="6231124" y="422416"/>
            <a:ext cx="2997724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192.168.1.1</a:t>
            </a:r>
            <a:endParaRPr lang="he-IL" dirty="0"/>
          </a:p>
          <a:p>
            <a:pPr algn="ctr"/>
            <a:r>
              <a:rPr lang="en-US" dirty="0"/>
              <a:t>This is 192.168.1.254</a:t>
            </a:r>
          </a:p>
          <a:p>
            <a:pPr algn="ctr"/>
            <a:r>
              <a:rPr lang="en-US" dirty="0"/>
              <a:t>my mac-address is</a:t>
            </a:r>
          </a:p>
          <a:p>
            <a:pPr algn="ctr"/>
            <a:r>
              <a:rPr lang="en-US" dirty="0" err="1"/>
              <a:t>a.a.a.a</a:t>
            </a:r>
            <a:endParaRPr lang="he-IL"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8D39B192-1986-49D3-8740-8E4DFE634E24}"/>
              </a:ext>
            </a:extLst>
          </p:cNvPr>
          <p:cNvSpPr/>
          <p:nvPr/>
        </p:nvSpPr>
        <p:spPr>
          <a:xfrm>
            <a:off x="6478183" y="3593159"/>
            <a:ext cx="2281287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AD4C45B0-5C37-46CF-8BE3-C12E311048BA}"/>
              </a:ext>
            </a:extLst>
          </p:cNvPr>
          <p:cNvSpPr/>
          <p:nvPr/>
        </p:nvSpPr>
        <p:spPr>
          <a:xfrm>
            <a:off x="9142045" y="2947338"/>
            <a:ext cx="810705" cy="448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a.a.a.a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35160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: פינות מעוגלות 1">
            <a:extLst>
              <a:ext uri="{FF2B5EF4-FFF2-40B4-BE49-F238E27FC236}">
                <a16:creationId xmlns:a16="http://schemas.microsoft.com/office/drawing/2014/main" id="{DD89FFA2-33C3-4B49-8040-2FFC8BD5577E}"/>
              </a:ext>
            </a:extLst>
          </p:cNvPr>
          <p:cNvSpPr/>
          <p:nvPr/>
        </p:nvSpPr>
        <p:spPr>
          <a:xfrm>
            <a:off x="2130458" y="3807176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/>
              <a:t>1.1.1.1 dynamic f0/1</a:t>
            </a:r>
          </a:p>
          <a:p>
            <a:pPr algn="ctr"/>
            <a:r>
              <a:rPr lang="en-US" dirty="0" err="1"/>
              <a:t>a.a.a.a</a:t>
            </a:r>
            <a:r>
              <a:rPr lang="en-US" dirty="0"/>
              <a:t> dynamic G0/2</a:t>
            </a: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A549FF97-FED4-419E-94C2-DE37904AC10F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DC91488C-5C25-4528-B420-52B0433C901E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: פינות מעוגלות 4">
            <a:extLst>
              <a:ext uri="{FF2B5EF4-FFF2-40B4-BE49-F238E27FC236}">
                <a16:creationId xmlns:a16="http://schemas.microsoft.com/office/drawing/2014/main" id="{3AEACF0E-7D61-4B1D-B286-EB7420EA6291}"/>
              </a:ext>
            </a:extLst>
          </p:cNvPr>
          <p:cNvSpPr/>
          <p:nvPr/>
        </p:nvSpPr>
        <p:spPr>
          <a:xfrm>
            <a:off x="5260947" y="3043288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29C3CC82-11A7-4E84-97D4-D322FAB23AF5}"/>
              </a:ext>
            </a:extLst>
          </p:cNvPr>
          <p:cNvSpPr/>
          <p:nvPr/>
        </p:nvSpPr>
        <p:spPr>
          <a:xfrm>
            <a:off x="9995559" y="303543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1DEFC262-2160-4D4A-A71D-5255598DD819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515728" y="1255954"/>
            <a:ext cx="4745219" cy="2163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מחבר ישר 7">
            <a:extLst>
              <a:ext uri="{FF2B5EF4-FFF2-40B4-BE49-F238E27FC236}">
                <a16:creationId xmlns:a16="http://schemas.microsoft.com/office/drawing/2014/main" id="{524948A3-7E44-4828-A1DB-F2AFAC86BF79}"/>
              </a:ext>
            </a:extLst>
          </p:cNvPr>
          <p:cNvCxnSpPr>
            <a:cxnSpLocks/>
          </p:cNvCxnSpPr>
          <p:nvPr/>
        </p:nvCxnSpPr>
        <p:spPr>
          <a:xfrm>
            <a:off x="569144" y="2743396"/>
            <a:ext cx="4691803" cy="787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5D91B3C0-DB27-4238-846E-AE97FCEFE268}"/>
              </a:ext>
            </a:extLst>
          </p:cNvPr>
          <p:cNvCxnSpPr>
            <a:cxnSpLocks/>
            <a:stCxn id="5" idx="3"/>
            <a:endCxn id="6" idx="2"/>
          </p:cNvCxnSpPr>
          <p:nvPr/>
        </p:nvCxnSpPr>
        <p:spPr>
          <a:xfrm>
            <a:off x="6071652" y="3419182"/>
            <a:ext cx="3923907" cy="59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מלבן 9">
            <a:extLst>
              <a:ext uri="{FF2B5EF4-FFF2-40B4-BE49-F238E27FC236}">
                <a16:creationId xmlns:a16="http://schemas.microsoft.com/office/drawing/2014/main" id="{4F6225A1-4CBE-4196-87DC-8C36C941C66C}"/>
              </a:ext>
            </a:extLst>
          </p:cNvPr>
          <p:cNvSpPr/>
          <p:nvPr/>
        </p:nvSpPr>
        <p:spPr>
          <a:xfrm>
            <a:off x="6232300" y="2368291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065DBAC1-DFF7-41E1-8258-7958CBDFE708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D979E63E-C12E-4446-A76A-3CC547F5AD2F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46457E26-917B-48D7-BD61-8B224215146B}"/>
              </a:ext>
            </a:extLst>
          </p:cNvPr>
          <p:cNvSpPr/>
          <p:nvPr/>
        </p:nvSpPr>
        <p:spPr>
          <a:xfrm>
            <a:off x="9228848" y="353092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19F9A2C8-EB2B-4B71-9000-4EA873E8CBCA}"/>
              </a:ext>
            </a:extLst>
          </p:cNvPr>
          <p:cNvSpPr/>
          <p:nvPr/>
        </p:nvSpPr>
        <p:spPr>
          <a:xfrm>
            <a:off x="1367385" y="4475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a.a.a.a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2652CD0D-7261-44CA-B1D9-439C7D5CF5F8}"/>
              </a:ext>
            </a:extLst>
          </p:cNvPr>
          <p:cNvSpPr/>
          <p:nvPr/>
        </p:nvSpPr>
        <p:spPr>
          <a:xfrm>
            <a:off x="736079" y="1031647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8F253B8B-0F76-4477-B0FC-4FCFCAD86331}"/>
              </a:ext>
            </a:extLst>
          </p:cNvPr>
          <p:cNvSpPr/>
          <p:nvPr/>
        </p:nvSpPr>
        <p:spPr>
          <a:xfrm>
            <a:off x="6478183" y="3593159"/>
            <a:ext cx="2281287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6519F715-2A31-4D15-B80D-703301EECB1E}"/>
              </a:ext>
            </a:extLst>
          </p:cNvPr>
          <p:cNvSpPr/>
          <p:nvPr/>
        </p:nvSpPr>
        <p:spPr>
          <a:xfrm>
            <a:off x="9142045" y="2947338"/>
            <a:ext cx="810705" cy="4481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a.a.a.a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2620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אליפסה 5">
            <a:extLst>
              <a:ext uri="{FF2B5EF4-FFF2-40B4-BE49-F238E27FC236}">
                <a16:creationId xmlns:a16="http://schemas.microsoft.com/office/drawing/2014/main" id="{BDD821F5-24D1-4255-85CD-3447ECBB1C75}"/>
              </a:ext>
            </a:extLst>
          </p:cNvPr>
          <p:cNvSpPr/>
          <p:nvPr/>
        </p:nvSpPr>
        <p:spPr>
          <a:xfrm>
            <a:off x="3433911" y="232323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7B773ECC-E409-4D3C-9947-7C4DAFB4B3D1}"/>
              </a:ext>
            </a:extLst>
          </p:cNvPr>
          <p:cNvSpPr/>
          <p:nvPr/>
        </p:nvSpPr>
        <p:spPr>
          <a:xfrm>
            <a:off x="2790141" y="115648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9" name="אליפסה 18">
            <a:extLst>
              <a:ext uri="{FF2B5EF4-FFF2-40B4-BE49-F238E27FC236}">
                <a16:creationId xmlns:a16="http://schemas.microsoft.com/office/drawing/2014/main" id="{5E5D33C9-55F7-4AB3-83E3-152447ADA2D9}"/>
              </a:ext>
            </a:extLst>
          </p:cNvPr>
          <p:cNvSpPr/>
          <p:nvPr/>
        </p:nvSpPr>
        <p:spPr>
          <a:xfrm>
            <a:off x="7793412" y="457941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20" name="אליפסה 19">
            <a:extLst>
              <a:ext uri="{FF2B5EF4-FFF2-40B4-BE49-F238E27FC236}">
                <a16:creationId xmlns:a16="http://schemas.microsoft.com/office/drawing/2014/main" id="{EA0AD43F-5555-40DC-B9F4-70C1D661EBBD}"/>
              </a:ext>
            </a:extLst>
          </p:cNvPr>
          <p:cNvSpPr/>
          <p:nvPr/>
        </p:nvSpPr>
        <p:spPr>
          <a:xfrm>
            <a:off x="3332380" y="44003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R3</a:t>
            </a:r>
            <a:endParaRPr lang="he-IL" dirty="0"/>
          </a:p>
        </p:txBody>
      </p:sp>
      <p:sp>
        <p:nvSpPr>
          <p:cNvPr id="21" name="אליפסה 20">
            <a:extLst>
              <a:ext uri="{FF2B5EF4-FFF2-40B4-BE49-F238E27FC236}">
                <a16:creationId xmlns:a16="http://schemas.microsoft.com/office/drawing/2014/main" id="{DB9114A1-D5B1-4D86-8545-57CBF2B3378C}"/>
              </a:ext>
            </a:extLst>
          </p:cNvPr>
          <p:cNvSpPr/>
          <p:nvPr/>
        </p:nvSpPr>
        <p:spPr>
          <a:xfrm>
            <a:off x="7890235" y="233669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CBBED782-4361-40FA-8801-2F1878C98C0E}"/>
              </a:ext>
            </a:extLst>
          </p:cNvPr>
          <p:cNvCxnSpPr>
            <a:cxnSpLocks/>
          </p:cNvCxnSpPr>
          <p:nvPr/>
        </p:nvCxnSpPr>
        <p:spPr>
          <a:xfrm>
            <a:off x="4571412" y="2831108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מלבן 22">
            <a:extLst>
              <a:ext uri="{FF2B5EF4-FFF2-40B4-BE49-F238E27FC236}">
                <a16:creationId xmlns:a16="http://schemas.microsoft.com/office/drawing/2014/main" id="{37377DB1-4EE6-4EBF-9467-E432E49D7EED}"/>
              </a:ext>
            </a:extLst>
          </p:cNvPr>
          <p:cNvSpPr/>
          <p:nvPr/>
        </p:nvSpPr>
        <p:spPr>
          <a:xfrm>
            <a:off x="5722070" y="121428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8F683840-70B2-4F7F-9905-6B3843718739}"/>
              </a:ext>
            </a:extLst>
          </p:cNvPr>
          <p:cNvSpPr/>
          <p:nvPr/>
        </p:nvSpPr>
        <p:spPr>
          <a:xfrm>
            <a:off x="4552559" y="207843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4CFB966A-D6C0-4DD6-9ED3-7125E0803DDA}"/>
              </a:ext>
            </a:extLst>
          </p:cNvPr>
          <p:cNvSpPr/>
          <p:nvPr/>
        </p:nvSpPr>
        <p:spPr>
          <a:xfrm>
            <a:off x="7571882" y="1989242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A951CB0C-DAB6-423A-8E01-B233DE6E1C99}"/>
              </a:ext>
            </a:extLst>
          </p:cNvPr>
          <p:cNvSpPr/>
          <p:nvPr/>
        </p:nvSpPr>
        <p:spPr>
          <a:xfrm>
            <a:off x="386499" y="2831108"/>
            <a:ext cx="2521674" cy="13826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R1 routing table</a:t>
            </a:r>
          </a:p>
          <a:p>
            <a:pPr algn="ctr"/>
            <a:r>
              <a:rPr lang="en-US" dirty="0"/>
              <a:t>Destination 192.168.4.0</a:t>
            </a:r>
          </a:p>
          <a:p>
            <a:pPr algn="ctr"/>
            <a:r>
              <a:rPr lang="en-US" dirty="0"/>
              <a:t>Next hop 192.168.12.2</a:t>
            </a:r>
            <a:endParaRPr lang="he-IL"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CE13CB86-A71E-4C8F-9682-DEE9C31A0290}"/>
              </a:ext>
            </a:extLst>
          </p:cNvPr>
          <p:cNvSpPr/>
          <p:nvPr/>
        </p:nvSpPr>
        <p:spPr>
          <a:xfrm>
            <a:off x="935123" y="135089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a.a.a.a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1.1.1.1</a:t>
            </a:r>
            <a:endParaRPr lang="he-IL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372D0F47-868F-48B9-BF06-9A864CA9BF6F}"/>
              </a:ext>
            </a:extLst>
          </p:cNvPr>
          <p:cNvSpPr/>
          <p:nvPr/>
        </p:nvSpPr>
        <p:spPr>
          <a:xfrm>
            <a:off x="4588104" y="292324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C3270DCF-5E6A-4883-B21A-5FA58A5486B6}"/>
              </a:ext>
            </a:extLst>
          </p:cNvPr>
          <p:cNvSpPr/>
          <p:nvPr/>
        </p:nvSpPr>
        <p:spPr>
          <a:xfrm>
            <a:off x="6872143" y="303583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07957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FE384418-A053-4241-83B0-503868E27145}"/>
              </a:ext>
            </a:extLst>
          </p:cNvPr>
          <p:cNvSpPr/>
          <p:nvPr/>
        </p:nvSpPr>
        <p:spPr>
          <a:xfrm>
            <a:off x="3139628" y="8426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Arp-request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192.168.12.1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192.168.12.2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ffff.ffff.ffff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3" name="בועת דיבור: אליפסה 2">
            <a:extLst>
              <a:ext uri="{FF2B5EF4-FFF2-40B4-BE49-F238E27FC236}">
                <a16:creationId xmlns:a16="http://schemas.microsoft.com/office/drawing/2014/main" id="{514E2DF5-C25C-46E2-A827-B78EC913EEC6}"/>
              </a:ext>
            </a:extLst>
          </p:cNvPr>
          <p:cNvSpPr/>
          <p:nvPr/>
        </p:nvSpPr>
        <p:spPr>
          <a:xfrm>
            <a:off x="4911871" y="73418"/>
            <a:ext cx="3034926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192.168.12.2</a:t>
            </a:r>
          </a:p>
          <a:p>
            <a:pPr algn="ctr"/>
            <a:r>
              <a:rPr lang="en-US" dirty="0"/>
              <a:t>What’s your mac-address?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28F65A7F-28E5-406C-A26A-6CBDB9C48F09}"/>
              </a:ext>
            </a:extLst>
          </p:cNvPr>
          <p:cNvSpPr/>
          <p:nvPr/>
        </p:nvSpPr>
        <p:spPr>
          <a:xfrm>
            <a:off x="4282321" y="29265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07996000-6654-47F8-B570-89C1145BA23F}"/>
              </a:ext>
            </a:extLst>
          </p:cNvPr>
          <p:cNvSpPr/>
          <p:nvPr/>
        </p:nvSpPr>
        <p:spPr>
          <a:xfrm>
            <a:off x="917154" y="12304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a.a.a.a</a:t>
            </a:r>
            <a:endParaRPr lang="he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FD89514-C62C-425D-BC41-47D512C5C909}"/>
              </a:ext>
            </a:extLst>
          </p:cNvPr>
          <p:cNvSpPr/>
          <p:nvPr/>
        </p:nvSpPr>
        <p:spPr>
          <a:xfrm>
            <a:off x="8738645" y="294000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6637B982-0C9C-411C-80AC-6BB253AE51B1}"/>
              </a:ext>
            </a:extLst>
          </p:cNvPr>
          <p:cNvCxnSpPr>
            <a:cxnSpLocks/>
          </p:cNvCxnSpPr>
          <p:nvPr/>
        </p:nvCxnSpPr>
        <p:spPr>
          <a:xfrm>
            <a:off x="5419822" y="3434423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מלבן 9">
            <a:extLst>
              <a:ext uri="{FF2B5EF4-FFF2-40B4-BE49-F238E27FC236}">
                <a16:creationId xmlns:a16="http://schemas.microsoft.com/office/drawing/2014/main" id="{D1960DE0-88D1-4E04-9BAA-B797592C38EF}"/>
              </a:ext>
            </a:extLst>
          </p:cNvPr>
          <p:cNvSpPr/>
          <p:nvPr/>
        </p:nvSpPr>
        <p:spPr>
          <a:xfrm>
            <a:off x="6570480" y="1864737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EAD783EB-2126-4D51-84EE-E5D30FF4BACC}"/>
              </a:ext>
            </a:extLst>
          </p:cNvPr>
          <p:cNvSpPr/>
          <p:nvPr/>
        </p:nvSpPr>
        <p:spPr>
          <a:xfrm>
            <a:off x="5400969" y="268174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444B2F3C-5A64-4E11-9916-2E59434E7D79}"/>
              </a:ext>
            </a:extLst>
          </p:cNvPr>
          <p:cNvSpPr/>
          <p:nvPr/>
        </p:nvSpPr>
        <p:spPr>
          <a:xfrm>
            <a:off x="8420292" y="259255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FA22E534-5D0F-447D-A61D-A7743362BEF2}"/>
              </a:ext>
            </a:extLst>
          </p:cNvPr>
          <p:cNvSpPr/>
          <p:nvPr/>
        </p:nvSpPr>
        <p:spPr>
          <a:xfrm>
            <a:off x="5334983" y="3555626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BED1D91C-A589-483B-AD4D-414385F3BBA7}"/>
              </a:ext>
            </a:extLst>
          </p:cNvPr>
          <p:cNvSpPr/>
          <p:nvPr/>
        </p:nvSpPr>
        <p:spPr>
          <a:xfrm>
            <a:off x="7805392" y="362569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46431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אליפסה 3">
            <a:extLst>
              <a:ext uri="{FF2B5EF4-FFF2-40B4-BE49-F238E27FC236}">
                <a16:creationId xmlns:a16="http://schemas.microsoft.com/office/drawing/2014/main" id="{EF98D184-B90A-4479-922F-09E6D0339626}"/>
              </a:ext>
            </a:extLst>
          </p:cNvPr>
          <p:cNvSpPr/>
          <p:nvPr/>
        </p:nvSpPr>
        <p:spPr>
          <a:xfrm>
            <a:off x="4282321" y="29265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BB5DCDBB-187E-4D7B-8DBE-8F9043F7E3AF}"/>
              </a:ext>
            </a:extLst>
          </p:cNvPr>
          <p:cNvSpPr/>
          <p:nvPr/>
        </p:nvSpPr>
        <p:spPr>
          <a:xfrm>
            <a:off x="917154" y="12304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a.a.a.a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CB351C5B-5251-405D-8F73-44C5DE0EE4FC}"/>
              </a:ext>
            </a:extLst>
          </p:cNvPr>
          <p:cNvSpPr/>
          <p:nvPr/>
        </p:nvSpPr>
        <p:spPr>
          <a:xfrm>
            <a:off x="8738645" y="294000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D734D7BE-C2EB-41B8-A9B8-FC38931A17CD}"/>
              </a:ext>
            </a:extLst>
          </p:cNvPr>
          <p:cNvCxnSpPr>
            <a:cxnSpLocks/>
          </p:cNvCxnSpPr>
          <p:nvPr/>
        </p:nvCxnSpPr>
        <p:spPr>
          <a:xfrm>
            <a:off x="5419822" y="3434423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FD2C169E-44AF-4729-B6EA-AC728650B999}"/>
              </a:ext>
            </a:extLst>
          </p:cNvPr>
          <p:cNvSpPr/>
          <p:nvPr/>
        </p:nvSpPr>
        <p:spPr>
          <a:xfrm>
            <a:off x="6183981" y="258117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C7B85F0E-17F0-49AE-83C2-49F558F82A36}"/>
              </a:ext>
            </a:extLst>
          </p:cNvPr>
          <p:cNvSpPr/>
          <p:nvPr/>
        </p:nvSpPr>
        <p:spPr>
          <a:xfrm>
            <a:off x="5400969" y="268174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DEC3BE68-0B88-40FB-9391-0F6B57CB640A}"/>
              </a:ext>
            </a:extLst>
          </p:cNvPr>
          <p:cNvSpPr/>
          <p:nvPr/>
        </p:nvSpPr>
        <p:spPr>
          <a:xfrm>
            <a:off x="8420292" y="259255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0855876-D037-49E5-8E2B-3073A979D446}"/>
              </a:ext>
            </a:extLst>
          </p:cNvPr>
          <p:cNvSpPr/>
          <p:nvPr/>
        </p:nvSpPr>
        <p:spPr>
          <a:xfrm>
            <a:off x="5334983" y="3555626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5BC82544-D3EE-489E-B53C-80617029BF68}"/>
              </a:ext>
            </a:extLst>
          </p:cNvPr>
          <p:cNvSpPr/>
          <p:nvPr/>
        </p:nvSpPr>
        <p:spPr>
          <a:xfrm>
            <a:off x="7805392" y="362569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71BE6AD7-DA8C-44FC-9F5F-50A7EB4D4FC1}"/>
              </a:ext>
            </a:extLst>
          </p:cNvPr>
          <p:cNvSpPr/>
          <p:nvPr/>
        </p:nvSpPr>
        <p:spPr>
          <a:xfrm>
            <a:off x="9228848" y="537228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Arp-reply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192.168.12.2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192.168.12.1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b.b.b.b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4" name="בועת דיבור: אליפסה 13">
            <a:extLst>
              <a:ext uri="{FF2B5EF4-FFF2-40B4-BE49-F238E27FC236}">
                <a16:creationId xmlns:a16="http://schemas.microsoft.com/office/drawing/2014/main" id="{88822485-C166-4B04-B586-D4983F0E8CE2}"/>
              </a:ext>
            </a:extLst>
          </p:cNvPr>
          <p:cNvSpPr/>
          <p:nvPr/>
        </p:nvSpPr>
        <p:spPr>
          <a:xfrm>
            <a:off x="6231124" y="516683"/>
            <a:ext cx="2997724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192.168.12.1</a:t>
            </a:r>
            <a:endParaRPr lang="he-IL" dirty="0"/>
          </a:p>
          <a:p>
            <a:pPr algn="ctr"/>
            <a:r>
              <a:rPr lang="en-US" dirty="0"/>
              <a:t>This is 192.168.12.2</a:t>
            </a:r>
          </a:p>
          <a:p>
            <a:pPr algn="ctr"/>
            <a:r>
              <a:rPr lang="en-US" dirty="0"/>
              <a:t>my mac-address is</a:t>
            </a:r>
          </a:p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4258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A7802ACA-09F5-46BF-88A3-DFDB50270A53}"/>
              </a:ext>
            </a:extLst>
          </p:cNvPr>
          <p:cNvSpPr/>
          <p:nvPr/>
        </p:nvSpPr>
        <p:spPr>
          <a:xfrm>
            <a:off x="4282321" y="29265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CD670FC-64B5-4D7F-B4D9-678FF420F36B}"/>
              </a:ext>
            </a:extLst>
          </p:cNvPr>
          <p:cNvSpPr/>
          <p:nvPr/>
        </p:nvSpPr>
        <p:spPr>
          <a:xfrm>
            <a:off x="2523736" y="95657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c.c.c.c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B4E6CFBB-D4A9-4D4E-B17F-3C9A686F188D}"/>
              </a:ext>
            </a:extLst>
          </p:cNvPr>
          <p:cNvSpPr/>
          <p:nvPr/>
        </p:nvSpPr>
        <p:spPr>
          <a:xfrm>
            <a:off x="8738645" y="294000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5" name="מחבר ישר 4">
            <a:extLst>
              <a:ext uri="{FF2B5EF4-FFF2-40B4-BE49-F238E27FC236}">
                <a16:creationId xmlns:a16="http://schemas.microsoft.com/office/drawing/2014/main" id="{91143DAB-9E80-4286-9D33-5E6F7F93820C}"/>
              </a:ext>
            </a:extLst>
          </p:cNvPr>
          <p:cNvCxnSpPr>
            <a:cxnSpLocks/>
          </p:cNvCxnSpPr>
          <p:nvPr/>
        </p:nvCxnSpPr>
        <p:spPr>
          <a:xfrm>
            <a:off x="5419822" y="3434423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מלבן 5">
            <a:extLst>
              <a:ext uri="{FF2B5EF4-FFF2-40B4-BE49-F238E27FC236}">
                <a16:creationId xmlns:a16="http://schemas.microsoft.com/office/drawing/2014/main" id="{70C93258-479D-4E86-9240-A12E6495B905}"/>
              </a:ext>
            </a:extLst>
          </p:cNvPr>
          <p:cNvSpPr/>
          <p:nvPr/>
        </p:nvSpPr>
        <p:spPr>
          <a:xfrm>
            <a:off x="6183981" y="258117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F4B6DC1A-1070-4BF3-B9DC-1482BE8C81B6}"/>
              </a:ext>
            </a:extLst>
          </p:cNvPr>
          <p:cNvSpPr/>
          <p:nvPr/>
        </p:nvSpPr>
        <p:spPr>
          <a:xfrm>
            <a:off x="5400969" y="268174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85DD55D8-3363-46F9-B280-76EA3BE3B9D7}"/>
              </a:ext>
            </a:extLst>
          </p:cNvPr>
          <p:cNvSpPr/>
          <p:nvPr/>
        </p:nvSpPr>
        <p:spPr>
          <a:xfrm>
            <a:off x="8420292" y="259255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8CE556B0-C1EA-426E-97EF-EB1D2EF0FF6C}"/>
              </a:ext>
            </a:extLst>
          </p:cNvPr>
          <p:cNvSpPr/>
          <p:nvPr/>
        </p:nvSpPr>
        <p:spPr>
          <a:xfrm>
            <a:off x="5334983" y="3555626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0127438C-0EA9-4DAD-9BAD-FA29AFE72A03}"/>
              </a:ext>
            </a:extLst>
          </p:cNvPr>
          <p:cNvSpPr/>
          <p:nvPr/>
        </p:nvSpPr>
        <p:spPr>
          <a:xfrm>
            <a:off x="7805392" y="362569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422074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93060D2C-F5E3-4CFE-9665-0056184577FD}"/>
              </a:ext>
            </a:extLst>
          </p:cNvPr>
          <p:cNvSpPr/>
          <p:nvPr/>
        </p:nvSpPr>
        <p:spPr>
          <a:xfrm>
            <a:off x="3433911" y="232323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EA322C20-18B1-489E-8AF6-3B33D7BA8770}"/>
              </a:ext>
            </a:extLst>
          </p:cNvPr>
          <p:cNvSpPr/>
          <p:nvPr/>
        </p:nvSpPr>
        <p:spPr>
          <a:xfrm>
            <a:off x="10440180" y="211856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CD49D70A-4D07-4F17-B1E7-8FED2356037B}"/>
              </a:ext>
            </a:extLst>
          </p:cNvPr>
          <p:cNvSpPr/>
          <p:nvPr/>
        </p:nvSpPr>
        <p:spPr>
          <a:xfrm>
            <a:off x="7868828" y="5446679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E1C7FBEC-C745-4CD1-BE72-2A695F031D21}"/>
              </a:ext>
            </a:extLst>
          </p:cNvPr>
          <p:cNvSpPr/>
          <p:nvPr/>
        </p:nvSpPr>
        <p:spPr>
          <a:xfrm>
            <a:off x="3332380" y="5276997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R3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CBCA98CE-E626-4FCC-B5C3-FDCE54E7BDDB}"/>
              </a:ext>
            </a:extLst>
          </p:cNvPr>
          <p:cNvSpPr/>
          <p:nvPr/>
        </p:nvSpPr>
        <p:spPr>
          <a:xfrm>
            <a:off x="7890235" y="233669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6E0D1CC7-E564-44CE-9068-696045A667A3}"/>
              </a:ext>
            </a:extLst>
          </p:cNvPr>
          <p:cNvCxnSpPr>
            <a:cxnSpLocks/>
          </p:cNvCxnSpPr>
          <p:nvPr/>
        </p:nvCxnSpPr>
        <p:spPr>
          <a:xfrm>
            <a:off x="4571412" y="2831108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55C30B66-94E6-459C-97E7-26DB9586368C}"/>
              </a:ext>
            </a:extLst>
          </p:cNvPr>
          <p:cNvSpPr/>
          <p:nvPr/>
        </p:nvSpPr>
        <p:spPr>
          <a:xfrm>
            <a:off x="5722070" y="121428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866D0926-7C7D-41B3-825C-424C0C7F936F}"/>
              </a:ext>
            </a:extLst>
          </p:cNvPr>
          <p:cNvSpPr/>
          <p:nvPr/>
        </p:nvSpPr>
        <p:spPr>
          <a:xfrm>
            <a:off x="4552559" y="207843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67E07D7E-0ECA-4C0D-A284-49E0B1E43898}"/>
              </a:ext>
            </a:extLst>
          </p:cNvPr>
          <p:cNvSpPr/>
          <p:nvPr/>
        </p:nvSpPr>
        <p:spPr>
          <a:xfrm>
            <a:off x="7571882" y="1989242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A52F4536-2942-418F-89BB-D9979B5676FC}"/>
              </a:ext>
            </a:extLst>
          </p:cNvPr>
          <p:cNvSpPr/>
          <p:nvPr/>
        </p:nvSpPr>
        <p:spPr>
          <a:xfrm>
            <a:off x="386499" y="2831108"/>
            <a:ext cx="2521674" cy="13826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R2 routing table</a:t>
            </a:r>
          </a:p>
          <a:p>
            <a:pPr algn="ctr"/>
            <a:r>
              <a:rPr lang="en-US" dirty="0"/>
              <a:t>Destination 192.168.4.0</a:t>
            </a:r>
          </a:p>
          <a:p>
            <a:pPr algn="ctr"/>
            <a:r>
              <a:rPr lang="en-US" dirty="0"/>
              <a:t>Next hop 192.168.24.4</a:t>
            </a:r>
            <a:endParaRPr lang="he-IL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8D8595D-D10A-410F-A51B-95EA651406E5}"/>
              </a:ext>
            </a:extLst>
          </p:cNvPr>
          <p:cNvSpPr/>
          <p:nvPr/>
        </p:nvSpPr>
        <p:spPr>
          <a:xfrm>
            <a:off x="4588104" y="292324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31E79324-6E0D-4D66-AD3A-922425CE842F}"/>
              </a:ext>
            </a:extLst>
          </p:cNvPr>
          <p:cNvSpPr/>
          <p:nvPr/>
        </p:nvSpPr>
        <p:spPr>
          <a:xfrm>
            <a:off x="8773597" y="329720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B6C2A475-BB93-4942-9ECD-9FC5FF83B3C4}"/>
              </a:ext>
            </a:extLst>
          </p:cNvPr>
          <p:cNvSpPr/>
          <p:nvPr/>
        </p:nvSpPr>
        <p:spPr>
          <a:xfrm>
            <a:off x="8755732" y="211856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c.c.c.c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AFC4768D-AD06-4333-BFF0-DC3DA3EF36BB}"/>
              </a:ext>
            </a:extLst>
          </p:cNvPr>
          <p:cNvSpPr/>
          <p:nvPr/>
        </p:nvSpPr>
        <p:spPr>
          <a:xfrm>
            <a:off x="8032028" y="508104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D6024DF8-8011-48CF-A070-C7D5DE7E4070}"/>
              </a:ext>
            </a:extLst>
          </p:cNvPr>
          <p:cNvSpPr/>
          <p:nvPr/>
        </p:nvSpPr>
        <p:spPr>
          <a:xfrm>
            <a:off x="8292048" y="3290831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11B66D19-FCDB-48CD-8B60-03ABA672CB28}"/>
              </a:ext>
            </a:extLst>
          </p:cNvPr>
          <p:cNvSpPr/>
          <p:nvPr/>
        </p:nvSpPr>
        <p:spPr>
          <a:xfrm>
            <a:off x="8668636" y="3753510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20" name="מחבר ישר 19">
            <a:extLst>
              <a:ext uri="{FF2B5EF4-FFF2-40B4-BE49-F238E27FC236}">
                <a16:creationId xmlns:a16="http://schemas.microsoft.com/office/drawing/2014/main" id="{4A917D57-1308-42C8-9B60-D067ECFB3F5D}"/>
              </a:ext>
            </a:extLst>
          </p:cNvPr>
          <p:cNvCxnSpPr>
            <a:endCxn id="16" idx="2"/>
          </p:cNvCxnSpPr>
          <p:nvPr/>
        </p:nvCxnSpPr>
        <p:spPr>
          <a:xfrm>
            <a:off x="8253558" y="3222809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מלבן 20">
            <a:extLst>
              <a:ext uri="{FF2B5EF4-FFF2-40B4-BE49-F238E27FC236}">
                <a16:creationId xmlns:a16="http://schemas.microsoft.com/office/drawing/2014/main" id="{45132FA6-C792-475E-8074-A0299E286F54}"/>
              </a:ext>
            </a:extLst>
          </p:cNvPr>
          <p:cNvSpPr/>
          <p:nvPr/>
        </p:nvSpPr>
        <p:spPr>
          <a:xfrm>
            <a:off x="7024543" y="323536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61530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E48912EA-586E-44CB-BDB6-DD27661664EF}"/>
              </a:ext>
            </a:extLst>
          </p:cNvPr>
          <p:cNvSpPr/>
          <p:nvPr/>
        </p:nvSpPr>
        <p:spPr>
          <a:xfrm>
            <a:off x="1642818" y="232323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84000946-EC09-4073-BC56-B18F8940C895}"/>
              </a:ext>
            </a:extLst>
          </p:cNvPr>
          <p:cNvSpPr/>
          <p:nvPr/>
        </p:nvSpPr>
        <p:spPr>
          <a:xfrm>
            <a:off x="7115664" y="169049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625199AE-A49B-4C42-AEDD-1DFB99A3B38A}"/>
              </a:ext>
            </a:extLst>
          </p:cNvPr>
          <p:cNvSpPr/>
          <p:nvPr/>
        </p:nvSpPr>
        <p:spPr>
          <a:xfrm>
            <a:off x="6077735" y="5446679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6" name="אליפסה 5">
            <a:extLst>
              <a:ext uri="{FF2B5EF4-FFF2-40B4-BE49-F238E27FC236}">
                <a16:creationId xmlns:a16="http://schemas.microsoft.com/office/drawing/2014/main" id="{A28298AD-2CD0-4201-B187-DD7D7904CC31}"/>
              </a:ext>
            </a:extLst>
          </p:cNvPr>
          <p:cNvSpPr/>
          <p:nvPr/>
        </p:nvSpPr>
        <p:spPr>
          <a:xfrm>
            <a:off x="6099142" y="233669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7" name="מחבר ישר 6">
            <a:extLst>
              <a:ext uri="{FF2B5EF4-FFF2-40B4-BE49-F238E27FC236}">
                <a16:creationId xmlns:a16="http://schemas.microsoft.com/office/drawing/2014/main" id="{CE66ACD1-F8CD-4CDE-8170-D6766E96DFD0}"/>
              </a:ext>
            </a:extLst>
          </p:cNvPr>
          <p:cNvCxnSpPr>
            <a:cxnSpLocks/>
          </p:cNvCxnSpPr>
          <p:nvPr/>
        </p:nvCxnSpPr>
        <p:spPr>
          <a:xfrm>
            <a:off x="2780319" y="2831108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מלבן 7">
            <a:extLst>
              <a:ext uri="{FF2B5EF4-FFF2-40B4-BE49-F238E27FC236}">
                <a16:creationId xmlns:a16="http://schemas.microsoft.com/office/drawing/2014/main" id="{54ABD084-E9E5-40A0-B848-B835E3CF1828}"/>
              </a:ext>
            </a:extLst>
          </p:cNvPr>
          <p:cNvSpPr/>
          <p:nvPr/>
        </p:nvSpPr>
        <p:spPr>
          <a:xfrm>
            <a:off x="3930977" y="121428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C072A7D2-6024-4F0D-92A6-646A2F6245A4}"/>
              </a:ext>
            </a:extLst>
          </p:cNvPr>
          <p:cNvSpPr/>
          <p:nvPr/>
        </p:nvSpPr>
        <p:spPr>
          <a:xfrm>
            <a:off x="2761466" y="207843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03220C9F-8762-4484-A05E-8C4184D4EBCE}"/>
              </a:ext>
            </a:extLst>
          </p:cNvPr>
          <p:cNvSpPr/>
          <p:nvPr/>
        </p:nvSpPr>
        <p:spPr>
          <a:xfrm>
            <a:off x="5780789" y="1989242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E17494E5-A25D-4B3B-938E-A94FEB53AB38}"/>
              </a:ext>
            </a:extLst>
          </p:cNvPr>
          <p:cNvSpPr/>
          <p:nvPr/>
        </p:nvSpPr>
        <p:spPr>
          <a:xfrm>
            <a:off x="2797011" y="292324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8EE1CF71-F24B-49A2-BB94-863D67B78763}"/>
              </a:ext>
            </a:extLst>
          </p:cNvPr>
          <p:cNvSpPr/>
          <p:nvPr/>
        </p:nvSpPr>
        <p:spPr>
          <a:xfrm>
            <a:off x="6982504" y="329720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AC86DCF2-8CA6-4403-9073-D981A000FA03}"/>
              </a:ext>
            </a:extLst>
          </p:cNvPr>
          <p:cNvSpPr/>
          <p:nvPr/>
        </p:nvSpPr>
        <p:spPr>
          <a:xfrm>
            <a:off x="6240935" y="508104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622B5407-A011-4494-AB9B-512F5EF2ACC4}"/>
              </a:ext>
            </a:extLst>
          </p:cNvPr>
          <p:cNvSpPr/>
          <p:nvPr/>
        </p:nvSpPr>
        <p:spPr>
          <a:xfrm>
            <a:off x="6500955" y="3290831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ADD2441A-6513-4EC2-B8BA-84C227DF3794}"/>
              </a:ext>
            </a:extLst>
          </p:cNvPr>
          <p:cNvSpPr/>
          <p:nvPr/>
        </p:nvSpPr>
        <p:spPr>
          <a:xfrm>
            <a:off x="6877543" y="3753510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3D246C17-710A-41D1-B425-329676BB983F}"/>
              </a:ext>
            </a:extLst>
          </p:cNvPr>
          <p:cNvCxnSpPr>
            <a:endCxn id="15" idx="2"/>
          </p:cNvCxnSpPr>
          <p:nvPr/>
        </p:nvCxnSpPr>
        <p:spPr>
          <a:xfrm>
            <a:off x="6462465" y="3222809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מלבן 18">
            <a:extLst>
              <a:ext uri="{FF2B5EF4-FFF2-40B4-BE49-F238E27FC236}">
                <a16:creationId xmlns:a16="http://schemas.microsoft.com/office/drawing/2014/main" id="{346EB670-BBE8-4326-9377-C91F10F9F4EF}"/>
              </a:ext>
            </a:extLst>
          </p:cNvPr>
          <p:cNvSpPr/>
          <p:nvPr/>
        </p:nvSpPr>
        <p:spPr>
          <a:xfrm>
            <a:off x="5233450" y="323536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E3491AF0-27D5-4FA1-AC7F-1E0F93277110}"/>
              </a:ext>
            </a:extLst>
          </p:cNvPr>
          <p:cNvSpPr/>
          <p:nvPr/>
        </p:nvSpPr>
        <p:spPr>
          <a:xfrm>
            <a:off x="9520682" y="169049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Arp-request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192.168.24.2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192.168.24.4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ffff.ffff.ffff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21" name="בועת דיבור: אליפסה 20">
            <a:extLst>
              <a:ext uri="{FF2B5EF4-FFF2-40B4-BE49-F238E27FC236}">
                <a16:creationId xmlns:a16="http://schemas.microsoft.com/office/drawing/2014/main" id="{E45A73E0-BCAA-48CC-B70A-C9429BE43E38}"/>
              </a:ext>
            </a:extLst>
          </p:cNvPr>
          <p:cNvSpPr/>
          <p:nvPr/>
        </p:nvSpPr>
        <p:spPr>
          <a:xfrm>
            <a:off x="8800112" y="2527260"/>
            <a:ext cx="3034926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192.168.24.4</a:t>
            </a:r>
          </a:p>
          <a:p>
            <a:pPr algn="ctr"/>
            <a:r>
              <a:rPr lang="en-US" dirty="0"/>
              <a:t>What’s your mac-address?</a:t>
            </a:r>
            <a:endParaRPr lang="he-IL" dirty="0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B7568DC6-EB5D-4DC2-ADAE-C4AF3BDE56E1}"/>
              </a:ext>
            </a:extLst>
          </p:cNvPr>
          <p:cNvSpPr/>
          <p:nvPr/>
        </p:nvSpPr>
        <p:spPr>
          <a:xfrm>
            <a:off x="6683985" y="5060579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4535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7D41D715-7B77-4C30-92FB-77F262B780C7}"/>
              </a:ext>
            </a:extLst>
          </p:cNvPr>
          <p:cNvSpPr/>
          <p:nvPr/>
        </p:nvSpPr>
        <p:spPr>
          <a:xfrm>
            <a:off x="1642818" y="232323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2044A0D8-509A-4C1A-8D24-4019065C1C6B}"/>
              </a:ext>
            </a:extLst>
          </p:cNvPr>
          <p:cNvSpPr/>
          <p:nvPr/>
        </p:nvSpPr>
        <p:spPr>
          <a:xfrm>
            <a:off x="7115664" y="169049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A07D4A32-AD20-4BCB-BF41-75B512BC1625}"/>
              </a:ext>
            </a:extLst>
          </p:cNvPr>
          <p:cNvSpPr/>
          <p:nvPr/>
        </p:nvSpPr>
        <p:spPr>
          <a:xfrm>
            <a:off x="6077735" y="5446679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23DF1120-C81E-440F-BAC5-C5BE4DED7368}"/>
              </a:ext>
            </a:extLst>
          </p:cNvPr>
          <p:cNvSpPr/>
          <p:nvPr/>
        </p:nvSpPr>
        <p:spPr>
          <a:xfrm>
            <a:off x="6099142" y="233669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8A6207E2-68AE-4BBD-940D-1CFC91D9348B}"/>
              </a:ext>
            </a:extLst>
          </p:cNvPr>
          <p:cNvCxnSpPr>
            <a:cxnSpLocks/>
          </p:cNvCxnSpPr>
          <p:nvPr/>
        </p:nvCxnSpPr>
        <p:spPr>
          <a:xfrm>
            <a:off x="2780319" y="2831108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מלבן 6">
            <a:extLst>
              <a:ext uri="{FF2B5EF4-FFF2-40B4-BE49-F238E27FC236}">
                <a16:creationId xmlns:a16="http://schemas.microsoft.com/office/drawing/2014/main" id="{FE6C8D1A-BAAE-4648-B7BF-DFED93FA759C}"/>
              </a:ext>
            </a:extLst>
          </p:cNvPr>
          <p:cNvSpPr/>
          <p:nvPr/>
        </p:nvSpPr>
        <p:spPr>
          <a:xfrm>
            <a:off x="3930977" y="121428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693F1D1E-3704-4AF4-96EA-D1E816612FF4}"/>
              </a:ext>
            </a:extLst>
          </p:cNvPr>
          <p:cNvSpPr/>
          <p:nvPr/>
        </p:nvSpPr>
        <p:spPr>
          <a:xfrm>
            <a:off x="2761466" y="207843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521BF760-9925-49CC-AC29-3932711F3387}"/>
              </a:ext>
            </a:extLst>
          </p:cNvPr>
          <p:cNvSpPr/>
          <p:nvPr/>
        </p:nvSpPr>
        <p:spPr>
          <a:xfrm>
            <a:off x="5780789" y="1989242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CE3E306D-9B36-484B-ADC4-EAE7034A799D}"/>
              </a:ext>
            </a:extLst>
          </p:cNvPr>
          <p:cNvSpPr/>
          <p:nvPr/>
        </p:nvSpPr>
        <p:spPr>
          <a:xfrm>
            <a:off x="2797011" y="292324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66F49C05-EE9D-422A-8AAA-72BFABE1F2C5}"/>
              </a:ext>
            </a:extLst>
          </p:cNvPr>
          <p:cNvSpPr/>
          <p:nvPr/>
        </p:nvSpPr>
        <p:spPr>
          <a:xfrm>
            <a:off x="6982504" y="329720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F4DF3EE5-B3FD-47DE-9BAB-21784F335904}"/>
              </a:ext>
            </a:extLst>
          </p:cNvPr>
          <p:cNvSpPr/>
          <p:nvPr/>
        </p:nvSpPr>
        <p:spPr>
          <a:xfrm>
            <a:off x="6240935" y="508104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1CB92625-F1DD-4A55-976E-4C875762FB15}"/>
              </a:ext>
            </a:extLst>
          </p:cNvPr>
          <p:cNvSpPr/>
          <p:nvPr/>
        </p:nvSpPr>
        <p:spPr>
          <a:xfrm>
            <a:off x="6500955" y="3290831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FC12CB0C-F059-41C4-A0FC-4C185168B242}"/>
              </a:ext>
            </a:extLst>
          </p:cNvPr>
          <p:cNvSpPr/>
          <p:nvPr/>
        </p:nvSpPr>
        <p:spPr>
          <a:xfrm>
            <a:off x="6877543" y="3753510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98FD8957-41C8-4A3A-B97F-9AFA1B60535A}"/>
              </a:ext>
            </a:extLst>
          </p:cNvPr>
          <p:cNvCxnSpPr>
            <a:endCxn id="12" idx="2"/>
          </p:cNvCxnSpPr>
          <p:nvPr/>
        </p:nvCxnSpPr>
        <p:spPr>
          <a:xfrm>
            <a:off x="6462465" y="3222809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BB1E8297-ED14-4C3B-ABA8-B15E1EFA2665}"/>
              </a:ext>
            </a:extLst>
          </p:cNvPr>
          <p:cNvSpPr/>
          <p:nvPr/>
        </p:nvSpPr>
        <p:spPr>
          <a:xfrm>
            <a:off x="5233450" y="323536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52F405E-30CE-40AB-90CE-E6350C071D12}"/>
              </a:ext>
            </a:extLst>
          </p:cNvPr>
          <p:cNvSpPr/>
          <p:nvPr/>
        </p:nvSpPr>
        <p:spPr>
          <a:xfrm>
            <a:off x="6683985" y="5060579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EC033148-5CE6-4222-8817-FEB1BA8675CB}"/>
              </a:ext>
            </a:extLst>
          </p:cNvPr>
          <p:cNvSpPr/>
          <p:nvPr/>
        </p:nvSpPr>
        <p:spPr>
          <a:xfrm>
            <a:off x="8178150" y="4491672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Arp-reply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192.168.24.4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192.168.24.2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21" name="בועת דיבור: אליפסה 20">
            <a:extLst>
              <a:ext uri="{FF2B5EF4-FFF2-40B4-BE49-F238E27FC236}">
                <a16:creationId xmlns:a16="http://schemas.microsoft.com/office/drawing/2014/main" id="{7230A872-B809-4180-88F1-2F0EAE43DFDB}"/>
              </a:ext>
            </a:extLst>
          </p:cNvPr>
          <p:cNvSpPr/>
          <p:nvPr/>
        </p:nvSpPr>
        <p:spPr>
          <a:xfrm>
            <a:off x="9202625" y="3008965"/>
            <a:ext cx="2997724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192.168.24.2</a:t>
            </a:r>
            <a:endParaRPr lang="he-IL" dirty="0"/>
          </a:p>
          <a:p>
            <a:pPr algn="ctr"/>
            <a:r>
              <a:rPr lang="en-US" dirty="0"/>
              <a:t>This is 192.168.24.4</a:t>
            </a:r>
          </a:p>
          <a:p>
            <a:pPr algn="ctr"/>
            <a:r>
              <a:rPr lang="en-US" dirty="0"/>
              <a:t>my mac-address is</a:t>
            </a:r>
          </a:p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679116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0FADF396-E7DE-49B7-BF99-B177DF9212C5}"/>
              </a:ext>
            </a:extLst>
          </p:cNvPr>
          <p:cNvSpPr/>
          <p:nvPr/>
        </p:nvSpPr>
        <p:spPr>
          <a:xfrm>
            <a:off x="1642818" y="2323235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5CAFB480-CADA-4398-8EA3-47D30676A842}"/>
              </a:ext>
            </a:extLst>
          </p:cNvPr>
          <p:cNvSpPr/>
          <p:nvPr/>
        </p:nvSpPr>
        <p:spPr>
          <a:xfrm>
            <a:off x="7115664" y="21618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e.e.e.e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F2969DC8-2A66-4A3D-81D9-8CF15E7D245F}"/>
              </a:ext>
            </a:extLst>
          </p:cNvPr>
          <p:cNvSpPr/>
          <p:nvPr/>
        </p:nvSpPr>
        <p:spPr>
          <a:xfrm>
            <a:off x="6077735" y="5446679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9A07CB42-4535-4F6D-959F-B55846382EA8}"/>
              </a:ext>
            </a:extLst>
          </p:cNvPr>
          <p:cNvSpPr/>
          <p:nvPr/>
        </p:nvSpPr>
        <p:spPr>
          <a:xfrm>
            <a:off x="6099142" y="233669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1AECE0E5-27A6-4C12-90E1-D296AD1443C7}"/>
              </a:ext>
            </a:extLst>
          </p:cNvPr>
          <p:cNvCxnSpPr>
            <a:cxnSpLocks/>
          </p:cNvCxnSpPr>
          <p:nvPr/>
        </p:nvCxnSpPr>
        <p:spPr>
          <a:xfrm>
            <a:off x="2780319" y="2831108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מלבן 6">
            <a:extLst>
              <a:ext uri="{FF2B5EF4-FFF2-40B4-BE49-F238E27FC236}">
                <a16:creationId xmlns:a16="http://schemas.microsoft.com/office/drawing/2014/main" id="{99AB4EED-22BA-4616-8E88-001889A08519}"/>
              </a:ext>
            </a:extLst>
          </p:cNvPr>
          <p:cNvSpPr/>
          <p:nvPr/>
        </p:nvSpPr>
        <p:spPr>
          <a:xfrm>
            <a:off x="3930977" y="121428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363452A6-BF73-438D-BF48-352FFF3AB936}"/>
              </a:ext>
            </a:extLst>
          </p:cNvPr>
          <p:cNvSpPr/>
          <p:nvPr/>
        </p:nvSpPr>
        <p:spPr>
          <a:xfrm>
            <a:off x="2761466" y="207843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071DF160-6315-4FB2-9E84-F2C57F450ED0}"/>
              </a:ext>
            </a:extLst>
          </p:cNvPr>
          <p:cNvSpPr/>
          <p:nvPr/>
        </p:nvSpPr>
        <p:spPr>
          <a:xfrm>
            <a:off x="5780789" y="1989242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F1120F62-5B0D-4608-B73F-BE64FCEC3151}"/>
              </a:ext>
            </a:extLst>
          </p:cNvPr>
          <p:cNvSpPr/>
          <p:nvPr/>
        </p:nvSpPr>
        <p:spPr>
          <a:xfrm>
            <a:off x="2797011" y="292324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6BB708D4-3E3D-4E39-B98D-4EBA2067C4F2}"/>
              </a:ext>
            </a:extLst>
          </p:cNvPr>
          <p:cNvSpPr/>
          <p:nvPr/>
        </p:nvSpPr>
        <p:spPr>
          <a:xfrm>
            <a:off x="6982504" y="329720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92923671-8869-4F9B-A64D-E78D08C27FED}"/>
              </a:ext>
            </a:extLst>
          </p:cNvPr>
          <p:cNvSpPr/>
          <p:nvPr/>
        </p:nvSpPr>
        <p:spPr>
          <a:xfrm>
            <a:off x="6240935" y="508104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75F68AA9-8DD9-4743-9759-B3470E7E2E8E}"/>
              </a:ext>
            </a:extLst>
          </p:cNvPr>
          <p:cNvSpPr/>
          <p:nvPr/>
        </p:nvSpPr>
        <p:spPr>
          <a:xfrm>
            <a:off x="6500955" y="3290831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B063CCEC-BC86-46D1-ADE6-88CDC7F2452E}"/>
              </a:ext>
            </a:extLst>
          </p:cNvPr>
          <p:cNvSpPr/>
          <p:nvPr/>
        </p:nvSpPr>
        <p:spPr>
          <a:xfrm>
            <a:off x="6877543" y="3753510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CDFC6BFD-8207-4839-BFB6-7C57720C5F6E}"/>
              </a:ext>
            </a:extLst>
          </p:cNvPr>
          <p:cNvCxnSpPr>
            <a:endCxn id="12" idx="2"/>
          </p:cNvCxnSpPr>
          <p:nvPr/>
        </p:nvCxnSpPr>
        <p:spPr>
          <a:xfrm>
            <a:off x="6462465" y="3222809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F42D382D-5222-4422-82A9-D0543C2234F1}"/>
              </a:ext>
            </a:extLst>
          </p:cNvPr>
          <p:cNvSpPr/>
          <p:nvPr/>
        </p:nvSpPr>
        <p:spPr>
          <a:xfrm>
            <a:off x="5233450" y="323536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06C52EC8-96F8-4F24-A227-0BB7F15EE204}"/>
              </a:ext>
            </a:extLst>
          </p:cNvPr>
          <p:cNvSpPr/>
          <p:nvPr/>
        </p:nvSpPr>
        <p:spPr>
          <a:xfrm>
            <a:off x="6683985" y="5060579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4597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9645D5AE-A60A-4408-BBF0-40F19BD76613}"/>
              </a:ext>
            </a:extLst>
          </p:cNvPr>
          <p:cNvSpPr/>
          <p:nvPr/>
        </p:nvSpPr>
        <p:spPr>
          <a:xfrm>
            <a:off x="266505" y="1210872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68E143BF-F066-4E69-8921-1FD3EEADF474}"/>
              </a:ext>
            </a:extLst>
          </p:cNvPr>
          <p:cNvSpPr/>
          <p:nvPr/>
        </p:nvSpPr>
        <p:spPr>
          <a:xfrm>
            <a:off x="2906209" y="4361042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e.e.e.e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E88BF4CB-7C5E-4FFD-82A0-AF3D2B8519A8}"/>
              </a:ext>
            </a:extLst>
          </p:cNvPr>
          <p:cNvSpPr/>
          <p:nvPr/>
        </p:nvSpPr>
        <p:spPr>
          <a:xfrm>
            <a:off x="4701422" y="4334316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14BCD9B4-480E-411C-B8C4-77CE51992C84}"/>
              </a:ext>
            </a:extLst>
          </p:cNvPr>
          <p:cNvSpPr/>
          <p:nvPr/>
        </p:nvSpPr>
        <p:spPr>
          <a:xfrm>
            <a:off x="4722829" y="1224327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67611886-D8DC-41BC-B7C8-8B63F55C8DAD}"/>
              </a:ext>
            </a:extLst>
          </p:cNvPr>
          <p:cNvCxnSpPr>
            <a:cxnSpLocks/>
          </p:cNvCxnSpPr>
          <p:nvPr/>
        </p:nvCxnSpPr>
        <p:spPr>
          <a:xfrm>
            <a:off x="1404006" y="1718745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מלבן 6">
            <a:extLst>
              <a:ext uri="{FF2B5EF4-FFF2-40B4-BE49-F238E27FC236}">
                <a16:creationId xmlns:a16="http://schemas.microsoft.com/office/drawing/2014/main" id="{BFFAF65E-FB07-4A56-A2CD-B4B64503F441}"/>
              </a:ext>
            </a:extLst>
          </p:cNvPr>
          <p:cNvSpPr/>
          <p:nvPr/>
        </p:nvSpPr>
        <p:spPr>
          <a:xfrm>
            <a:off x="2554664" y="10192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FE04F057-26D3-41CC-B10C-109BD6C3A995}"/>
              </a:ext>
            </a:extLst>
          </p:cNvPr>
          <p:cNvSpPr/>
          <p:nvPr/>
        </p:nvSpPr>
        <p:spPr>
          <a:xfrm>
            <a:off x="1385153" y="96607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F1226B8D-A6E6-4FA5-B4DC-F441D108DEE9}"/>
              </a:ext>
            </a:extLst>
          </p:cNvPr>
          <p:cNvSpPr/>
          <p:nvPr/>
        </p:nvSpPr>
        <p:spPr>
          <a:xfrm>
            <a:off x="4404476" y="87687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0F6A04D-6628-428A-9C9F-36A736C73895}"/>
              </a:ext>
            </a:extLst>
          </p:cNvPr>
          <p:cNvSpPr/>
          <p:nvPr/>
        </p:nvSpPr>
        <p:spPr>
          <a:xfrm>
            <a:off x="1420698" y="181088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8892CE6-378C-41BC-A03C-4A8394E689C7}"/>
              </a:ext>
            </a:extLst>
          </p:cNvPr>
          <p:cNvSpPr/>
          <p:nvPr/>
        </p:nvSpPr>
        <p:spPr>
          <a:xfrm>
            <a:off x="5606191" y="2184842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F49E4A76-87BA-40E8-9241-04A40E22B38C}"/>
              </a:ext>
            </a:extLst>
          </p:cNvPr>
          <p:cNvSpPr/>
          <p:nvPr/>
        </p:nvSpPr>
        <p:spPr>
          <a:xfrm>
            <a:off x="4864622" y="396868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DC5267B0-E2F8-465F-8817-9FCDDA479642}"/>
              </a:ext>
            </a:extLst>
          </p:cNvPr>
          <p:cNvSpPr/>
          <p:nvPr/>
        </p:nvSpPr>
        <p:spPr>
          <a:xfrm>
            <a:off x="5124642" y="2178468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B65C1184-9C11-40B8-A761-B80B6705CF4C}"/>
              </a:ext>
            </a:extLst>
          </p:cNvPr>
          <p:cNvSpPr/>
          <p:nvPr/>
        </p:nvSpPr>
        <p:spPr>
          <a:xfrm>
            <a:off x="5501230" y="2641147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1EF1FED8-E0FE-4F27-A8C7-00FA8306088A}"/>
              </a:ext>
            </a:extLst>
          </p:cNvPr>
          <p:cNvCxnSpPr>
            <a:endCxn id="12" idx="2"/>
          </p:cNvCxnSpPr>
          <p:nvPr/>
        </p:nvCxnSpPr>
        <p:spPr>
          <a:xfrm>
            <a:off x="5086152" y="2110446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EB6EC89C-C3C4-42C1-9DA0-7B24604B195D}"/>
              </a:ext>
            </a:extLst>
          </p:cNvPr>
          <p:cNvSpPr/>
          <p:nvPr/>
        </p:nvSpPr>
        <p:spPr>
          <a:xfrm>
            <a:off x="3857137" y="2123001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5C5A4BA-8415-497B-A4E8-EC3110E003B4}"/>
              </a:ext>
            </a:extLst>
          </p:cNvPr>
          <p:cNvSpPr/>
          <p:nvPr/>
        </p:nvSpPr>
        <p:spPr>
          <a:xfrm>
            <a:off x="5307672" y="3948216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22F453B9-AAA4-44A0-90B0-7D4A7BD8B565}"/>
              </a:ext>
            </a:extLst>
          </p:cNvPr>
          <p:cNvSpPr/>
          <p:nvPr/>
        </p:nvSpPr>
        <p:spPr>
          <a:xfrm>
            <a:off x="11466136" y="3801295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2EE88AD0-A5F6-4CDF-A004-1B74A77AB502}"/>
              </a:ext>
            </a:extLst>
          </p:cNvPr>
          <p:cNvSpPr/>
          <p:nvPr/>
        </p:nvSpPr>
        <p:spPr>
          <a:xfrm>
            <a:off x="11466136" y="5238146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C6A5557E-202F-48C4-B33C-74E2282AB1D3}"/>
              </a:ext>
            </a:extLst>
          </p:cNvPr>
          <p:cNvSpPr/>
          <p:nvPr/>
        </p:nvSpPr>
        <p:spPr>
          <a:xfrm>
            <a:off x="9851794" y="4716775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192CBFA9-1453-4508-BF02-4B14DE3B44AB}"/>
              </a:ext>
            </a:extLst>
          </p:cNvPr>
          <p:cNvCxnSpPr/>
          <p:nvPr/>
        </p:nvCxnSpPr>
        <p:spPr>
          <a:xfrm>
            <a:off x="10525810" y="5049191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63815C40-BEA5-476A-A55E-C0ECE69B1DB2}"/>
              </a:ext>
            </a:extLst>
          </p:cNvPr>
          <p:cNvCxnSpPr>
            <a:cxnSpLocks/>
          </p:cNvCxnSpPr>
          <p:nvPr/>
        </p:nvCxnSpPr>
        <p:spPr>
          <a:xfrm flipV="1">
            <a:off x="10525810" y="4332462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EFAFD5A0-526D-49FB-B4F9-6A39DE517564}"/>
              </a:ext>
            </a:extLst>
          </p:cNvPr>
          <p:cNvCxnSpPr>
            <a:cxnSpLocks/>
            <a:stCxn id="4" idx="6"/>
            <a:endCxn id="20" idx="1"/>
          </p:cNvCxnSpPr>
          <p:nvPr/>
        </p:nvCxnSpPr>
        <p:spPr>
          <a:xfrm>
            <a:off x="5838923" y="4777376"/>
            <a:ext cx="4012871" cy="315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מלבן 23">
            <a:extLst>
              <a:ext uri="{FF2B5EF4-FFF2-40B4-BE49-F238E27FC236}">
                <a16:creationId xmlns:a16="http://schemas.microsoft.com/office/drawing/2014/main" id="{FDEB456C-3EBB-4FB0-8146-5B3B7F815E8F}"/>
              </a:ext>
            </a:extLst>
          </p:cNvPr>
          <p:cNvSpPr/>
          <p:nvPr/>
        </p:nvSpPr>
        <p:spPr>
          <a:xfrm>
            <a:off x="7584058" y="5207913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1CF0A127-A433-49D8-9D1F-B52642C4241D}"/>
              </a:ext>
            </a:extLst>
          </p:cNvPr>
          <p:cNvSpPr/>
          <p:nvPr/>
        </p:nvSpPr>
        <p:spPr>
          <a:xfrm>
            <a:off x="11010110" y="3859106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0A4852C8-D7E7-44C8-A89B-9F41AD37B858}"/>
              </a:ext>
            </a:extLst>
          </p:cNvPr>
          <p:cNvSpPr/>
          <p:nvPr/>
        </p:nvSpPr>
        <p:spPr>
          <a:xfrm>
            <a:off x="5877106" y="495397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AA2CB3F7-089D-4EC5-8AED-E749A40E11C2}"/>
              </a:ext>
            </a:extLst>
          </p:cNvPr>
          <p:cNvSpPr/>
          <p:nvPr/>
        </p:nvSpPr>
        <p:spPr>
          <a:xfrm>
            <a:off x="7107522" y="4395598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1FC07141-A9FF-4A3D-BED1-BCF062BC09E6}"/>
              </a:ext>
            </a:extLst>
          </p:cNvPr>
          <p:cNvSpPr/>
          <p:nvPr/>
        </p:nvSpPr>
        <p:spPr>
          <a:xfrm>
            <a:off x="150829" y="4476554"/>
            <a:ext cx="2561052" cy="13826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R4 routing table</a:t>
            </a:r>
          </a:p>
          <a:p>
            <a:pPr algn="ctr"/>
            <a:r>
              <a:rPr lang="en-US" dirty="0"/>
              <a:t>Destination 192.168.4.0 Directly Connected  G0/2</a:t>
            </a:r>
            <a:endParaRPr lang="he-IL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D48CC3B6-7E85-4122-82AF-0EFE377DCAC8}"/>
              </a:ext>
            </a:extLst>
          </p:cNvPr>
          <p:cNvSpPr/>
          <p:nvPr/>
        </p:nvSpPr>
        <p:spPr>
          <a:xfrm>
            <a:off x="5739957" y="5494252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33" name="מלבן 32">
            <a:extLst>
              <a:ext uri="{FF2B5EF4-FFF2-40B4-BE49-F238E27FC236}">
                <a16:creationId xmlns:a16="http://schemas.microsoft.com/office/drawing/2014/main" id="{683EECEF-3AFA-4D96-99F5-6C78504A9B55}"/>
              </a:ext>
            </a:extLst>
          </p:cNvPr>
          <p:cNvSpPr/>
          <p:nvPr/>
        </p:nvSpPr>
        <p:spPr>
          <a:xfrm>
            <a:off x="11037218" y="605435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F1687C30-0F41-429C-B70B-7BB6F756FE67}"/>
              </a:ext>
            </a:extLst>
          </p:cNvPr>
          <p:cNvSpPr/>
          <p:nvPr/>
        </p:nvSpPr>
        <p:spPr>
          <a:xfrm>
            <a:off x="10567050" y="5992290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83790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אליפסה 1">
            <a:extLst>
              <a:ext uri="{FF2B5EF4-FFF2-40B4-BE49-F238E27FC236}">
                <a16:creationId xmlns:a16="http://schemas.microsoft.com/office/drawing/2014/main" id="{E7184CFB-D804-4EDC-80DE-35E4D7BE8DD6}"/>
              </a:ext>
            </a:extLst>
          </p:cNvPr>
          <p:cNvSpPr/>
          <p:nvPr/>
        </p:nvSpPr>
        <p:spPr>
          <a:xfrm>
            <a:off x="266505" y="1210872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3FAB8757-8DA5-464E-AC20-DAE9C0B5F217}"/>
              </a:ext>
            </a:extLst>
          </p:cNvPr>
          <p:cNvSpPr/>
          <p:nvPr/>
        </p:nvSpPr>
        <p:spPr>
          <a:xfrm>
            <a:off x="2906209" y="4361042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B79D03F1-3DE0-44BC-968E-F4524496AEA2}"/>
              </a:ext>
            </a:extLst>
          </p:cNvPr>
          <p:cNvSpPr/>
          <p:nvPr/>
        </p:nvSpPr>
        <p:spPr>
          <a:xfrm>
            <a:off x="4701422" y="4334316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5" name="אליפסה 4">
            <a:extLst>
              <a:ext uri="{FF2B5EF4-FFF2-40B4-BE49-F238E27FC236}">
                <a16:creationId xmlns:a16="http://schemas.microsoft.com/office/drawing/2014/main" id="{DF6694C0-84DB-4AA3-9B4A-D29A2249F5CF}"/>
              </a:ext>
            </a:extLst>
          </p:cNvPr>
          <p:cNvSpPr/>
          <p:nvPr/>
        </p:nvSpPr>
        <p:spPr>
          <a:xfrm>
            <a:off x="4722829" y="1224327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6" name="מחבר ישר 5">
            <a:extLst>
              <a:ext uri="{FF2B5EF4-FFF2-40B4-BE49-F238E27FC236}">
                <a16:creationId xmlns:a16="http://schemas.microsoft.com/office/drawing/2014/main" id="{0022DFF2-458F-46BF-A373-E9C2E46039F8}"/>
              </a:ext>
            </a:extLst>
          </p:cNvPr>
          <p:cNvCxnSpPr>
            <a:cxnSpLocks/>
          </p:cNvCxnSpPr>
          <p:nvPr/>
        </p:nvCxnSpPr>
        <p:spPr>
          <a:xfrm>
            <a:off x="1404006" y="1718745"/>
            <a:ext cx="3318823" cy="343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מלבן 6">
            <a:extLst>
              <a:ext uri="{FF2B5EF4-FFF2-40B4-BE49-F238E27FC236}">
                <a16:creationId xmlns:a16="http://schemas.microsoft.com/office/drawing/2014/main" id="{0E933A3D-F8B2-420A-8C45-4392D40F66AE}"/>
              </a:ext>
            </a:extLst>
          </p:cNvPr>
          <p:cNvSpPr/>
          <p:nvPr/>
        </p:nvSpPr>
        <p:spPr>
          <a:xfrm>
            <a:off x="2554664" y="10192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7A944495-558E-46C5-97F8-E6C7A86D6B87}"/>
              </a:ext>
            </a:extLst>
          </p:cNvPr>
          <p:cNvSpPr/>
          <p:nvPr/>
        </p:nvSpPr>
        <p:spPr>
          <a:xfrm>
            <a:off x="1385153" y="96607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2AC8EE48-6F06-44C9-98CA-BB22DB3460C6}"/>
              </a:ext>
            </a:extLst>
          </p:cNvPr>
          <p:cNvSpPr/>
          <p:nvPr/>
        </p:nvSpPr>
        <p:spPr>
          <a:xfrm>
            <a:off x="4404476" y="87687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34C3B378-6086-42BF-905B-049684CB0F39}"/>
              </a:ext>
            </a:extLst>
          </p:cNvPr>
          <p:cNvSpPr/>
          <p:nvPr/>
        </p:nvSpPr>
        <p:spPr>
          <a:xfrm>
            <a:off x="1420698" y="1810884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b.b.b.b</a:t>
            </a:r>
            <a:endParaRPr lang="he-IL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0AC2B2D-30B7-4EE8-901A-A62005479C55}"/>
              </a:ext>
            </a:extLst>
          </p:cNvPr>
          <p:cNvSpPr/>
          <p:nvPr/>
        </p:nvSpPr>
        <p:spPr>
          <a:xfrm>
            <a:off x="5606191" y="2184842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d.d.d.d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6B10B711-5E43-4BEE-A673-C77195C8A337}"/>
              </a:ext>
            </a:extLst>
          </p:cNvPr>
          <p:cNvSpPr/>
          <p:nvPr/>
        </p:nvSpPr>
        <p:spPr>
          <a:xfrm>
            <a:off x="4864622" y="396868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D45107E1-FF4D-4755-B768-C91849786ACF}"/>
              </a:ext>
            </a:extLst>
          </p:cNvPr>
          <p:cNvSpPr/>
          <p:nvPr/>
        </p:nvSpPr>
        <p:spPr>
          <a:xfrm>
            <a:off x="5124642" y="2178468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3739EF9D-01A0-48E1-AA2E-878C591572A4}"/>
              </a:ext>
            </a:extLst>
          </p:cNvPr>
          <p:cNvSpPr/>
          <p:nvPr/>
        </p:nvSpPr>
        <p:spPr>
          <a:xfrm>
            <a:off x="5501230" y="2641147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E6859524-DB75-4AD4-80CF-7C48ED1D4668}"/>
              </a:ext>
            </a:extLst>
          </p:cNvPr>
          <p:cNvCxnSpPr>
            <a:endCxn id="12" idx="2"/>
          </p:cNvCxnSpPr>
          <p:nvPr/>
        </p:nvCxnSpPr>
        <p:spPr>
          <a:xfrm>
            <a:off x="5086152" y="2110446"/>
            <a:ext cx="0" cy="236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מלבן 15">
            <a:extLst>
              <a:ext uri="{FF2B5EF4-FFF2-40B4-BE49-F238E27FC236}">
                <a16:creationId xmlns:a16="http://schemas.microsoft.com/office/drawing/2014/main" id="{90968A41-B750-466A-AFD2-0B38D7595383}"/>
              </a:ext>
            </a:extLst>
          </p:cNvPr>
          <p:cNvSpPr/>
          <p:nvPr/>
        </p:nvSpPr>
        <p:spPr>
          <a:xfrm>
            <a:off x="3857137" y="2123001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c.c.c.c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97DDB451-7EC2-4450-9548-3766D32DBFDF}"/>
              </a:ext>
            </a:extLst>
          </p:cNvPr>
          <p:cNvSpPr/>
          <p:nvPr/>
        </p:nvSpPr>
        <p:spPr>
          <a:xfrm>
            <a:off x="5307672" y="3948216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AEB8E7EA-1096-4B86-B5E4-E2A1521BD601}"/>
              </a:ext>
            </a:extLst>
          </p:cNvPr>
          <p:cNvSpPr/>
          <p:nvPr/>
        </p:nvSpPr>
        <p:spPr>
          <a:xfrm>
            <a:off x="11466136" y="3801295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AA280DB7-F380-49B4-8FEF-653D50179DB4}"/>
              </a:ext>
            </a:extLst>
          </p:cNvPr>
          <p:cNvSpPr/>
          <p:nvPr/>
        </p:nvSpPr>
        <p:spPr>
          <a:xfrm>
            <a:off x="11466136" y="5238146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9948C18C-9999-4BE0-BBB8-F0E2BABE030D}"/>
              </a:ext>
            </a:extLst>
          </p:cNvPr>
          <p:cNvSpPr/>
          <p:nvPr/>
        </p:nvSpPr>
        <p:spPr>
          <a:xfrm>
            <a:off x="9851794" y="4716775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70776968-B55B-41D0-94F2-0FD280B27AAC}"/>
              </a:ext>
            </a:extLst>
          </p:cNvPr>
          <p:cNvCxnSpPr/>
          <p:nvPr/>
        </p:nvCxnSpPr>
        <p:spPr>
          <a:xfrm>
            <a:off x="10525810" y="5049191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357CDFEE-811D-4E5B-B0E0-B490791EA9D6}"/>
              </a:ext>
            </a:extLst>
          </p:cNvPr>
          <p:cNvCxnSpPr>
            <a:cxnSpLocks/>
          </p:cNvCxnSpPr>
          <p:nvPr/>
        </p:nvCxnSpPr>
        <p:spPr>
          <a:xfrm flipV="1">
            <a:off x="10525810" y="4332462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D980C3B5-E43A-4F1A-B16A-DBCED35130F5}"/>
              </a:ext>
            </a:extLst>
          </p:cNvPr>
          <p:cNvCxnSpPr>
            <a:cxnSpLocks/>
            <a:stCxn id="4" idx="6"/>
            <a:endCxn id="20" idx="1"/>
          </p:cNvCxnSpPr>
          <p:nvPr/>
        </p:nvCxnSpPr>
        <p:spPr>
          <a:xfrm>
            <a:off x="5838923" y="4777376"/>
            <a:ext cx="4012871" cy="315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מלבן 23">
            <a:extLst>
              <a:ext uri="{FF2B5EF4-FFF2-40B4-BE49-F238E27FC236}">
                <a16:creationId xmlns:a16="http://schemas.microsoft.com/office/drawing/2014/main" id="{914561F6-F588-4C75-A4EF-A37D7995A0BE}"/>
              </a:ext>
            </a:extLst>
          </p:cNvPr>
          <p:cNvSpPr/>
          <p:nvPr/>
        </p:nvSpPr>
        <p:spPr>
          <a:xfrm>
            <a:off x="7584058" y="5207913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91C07496-3A72-4FA5-BD4B-FC9ABD3A3A46}"/>
              </a:ext>
            </a:extLst>
          </p:cNvPr>
          <p:cNvSpPr/>
          <p:nvPr/>
        </p:nvSpPr>
        <p:spPr>
          <a:xfrm>
            <a:off x="11010110" y="3859106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943B542D-C380-4A51-AF48-01479A99E709}"/>
              </a:ext>
            </a:extLst>
          </p:cNvPr>
          <p:cNvSpPr/>
          <p:nvPr/>
        </p:nvSpPr>
        <p:spPr>
          <a:xfrm>
            <a:off x="5877106" y="4953978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C9A73F64-D0C2-4DD6-BFBE-C94BA0054246}"/>
              </a:ext>
            </a:extLst>
          </p:cNvPr>
          <p:cNvSpPr/>
          <p:nvPr/>
        </p:nvSpPr>
        <p:spPr>
          <a:xfrm>
            <a:off x="7107522" y="4395598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B590C27A-38DA-40FF-A0B2-BA80EBEBB925}"/>
              </a:ext>
            </a:extLst>
          </p:cNvPr>
          <p:cNvSpPr/>
          <p:nvPr/>
        </p:nvSpPr>
        <p:spPr>
          <a:xfrm>
            <a:off x="5739957" y="5494252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30" name="מלבן 29">
            <a:extLst>
              <a:ext uri="{FF2B5EF4-FFF2-40B4-BE49-F238E27FC236}">
                <a16:creationId xmlns:a16="http://schemas.microsoft.com/office/drawing/2014/main" id="{19D76F47-BAAC-4BE6-9EDF-919E0143A1EC}"/>
              </a:ext>
            </a:extLst>
          </p:cNvPr>
          <p:cNvSpPr/>
          <p:nvPr/>
        </p:nvSpPr>
        <p:spPr>
          <a:xfrm>
            <a:off x="11037218" y="6054350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B8349576-8797-4B16-9A59-4CB721729E2D}"/>
              </a:ext>
            </a:extLst>
          </p:cNvPr>
          <p:cNvSpPr/>
          <p:nvPr/>
        </p:nvSpPr>
        <p:spPr>
          <a:xfrm>
            <a:off x="10567050" y="5992290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32" name="מלבן 31">
            <a:extLst>
              <a:ext uri="{FF2B5EF4-FFF2-40B4-BE49-F238E27FC236}">
                <a16:creationId xmlns:a16="http://schemas.microsoft.com/office/drawing/2014/main" id="{0806AA25-ABAF-47A8-8CA0-6EF69773AC9A}"/>
              </a:ext>
            </a:extLst>
          </p:cNvPr>
          <p:cNvSpPr/>
          <p:nvPr/>
        </p:nvSpPr>
        <p:spPr>
          <a:xfrm>
            <a:off x="879269" y="4231028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Arp-request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192.168.4.254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ffff.ffff.ffff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33" name="בועת דיבור: אליפסה 32">
            <a:extLst>
              <a:ext uri="{FF2B5EF4-FFF2-40B4-BE49-F238E27FC236}">
                <a16:creationId xmlns:a16="http://schemas.microsoft.com/office/drawing/2014/main" id="{616A9175-BC58-4A6A-886F-302621EFC131}"/>
              </a:ext>
            </a:extLst>
          </p:cNvPr>
          <p:cNvSpPr/>
          <p:nvPr/>
        </p:nvSpPr>
        <p:spPr>
          <a:xfrm>
            <a:off x="7574631" y="2426232"/>
            <a:ext cx="3034926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192.168.4.1</a:t>
            </a:r>
          </a:p>
          <a:p>
            <a:pPr algn="ctr"/>
            <a:r>
              <a:rPr lang="en-US" dirty="0"/>
              <a:t>What’s your mac-address?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90940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לבן 2">
            <a:extLst>
              <a:ext uri="{FF2B5EF4-FFF2-40B4-BE49-F238E27FC236}">
                <a16:creationId xmlns:a16="http://schemas.microsoft.com/office/drawing/2014/main" id="{5A52964D-823D-419B-9FCD-9B42CA2AA118}"/>
              </a:ext>
            </a:extLst>
          </p:cNvPr>
          <p:cNvSpPr/>
          <p:nvPr/>
        </p:nvSpPr>
        <p:spPr>
          <a:xfrm>
            <a:off x="1435628" y="260765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4" name="אליפסה 3">
            <a:extLst>
              <a:ext uri="{FF2B5EF4-FFF2-40B4-BE49-F238E27FC236}">
                <a16:creationId xmlns:a16="http://schemas.microsoft.com/office/drawing/2014/main" id="{5482CAE7-4BEB-4F55-9711-AE2640E1D885}"/>
              </a:ext>
            </a:extLst>
          </p:cNvPr>
          <p:cNvSpPr/>
          <p:nvPr/>
        </p:nvSpPr>
        <p:spPr>
          <a:xfrm>
            <a:off x="3230841" y="2580931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627B6083-B684-434F-9634-252E43153939}"/>
              </a:ext>
            </a:extLst>
          </p:cNvPr>
          <p:cNvSpPr/>
          <p:nvPr/>
        </p:nvSpPr>
        <p:spPr>
          <a:xfrm>
            <a:off x="3394041" y="221529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DFF1F171-B59B-47DC-834C-6B42ED85E6AE}"/>
              </a:ext>
            </a:extLst>
          </p:cNvPr>
          <p:cNvSpPr/>
          <p:nvPr/>
        </p:nvSpPr>
        <p:spPr>
          <a:xfrm>
            <a:off x="3837091" y="2194831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4F2E0829-4C2F-49D3-921B-003BD3B0493F}"/>
              </a:ext>
            </a:extLst>
          </p:cNvPr>
          <p:cNvSpPr/>
          <p:nvPr/>
        </p:nvSpPr>
        <p:spPr>
          <a:xfrm>
            <a:off x="9995555" y="2047910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7301AD62-026E-44F7-A877-63FA3EE14418}"/>
              </a:ext>
            </a:extLst>
          </p:cNvPr>
          <p:cNvSpPr/>
          <p:nvPr/>
        </p:nvSpPr>
        <p:spPr>
          <a:xfrm>
            <a:off x="9995555" y="3484761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4B425863-250B-44F4-8E60-4843996AE44E}"/>
              </a:ext>
            </a:extLst>
          </p:cNvPr>
          <p:cNvSpPr/>
          <p:nvPr/>
        </p:nvSpPr>
        <p:spPr>
          <a:xfrm>
            <a:off x="8381213" y="2963390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AC966FF8-E76F-4ADC-8780-6A68D9D56855}"/>
              </a:ext>
            </a:extLst>
          </p:cNvPr>
          <p:cNvCxnSpPr/>
          <p:nvPr/>
        </p:nvCxnSpPr>
        <p:spPr>
          <a:xfrm>
            <a:off x="9055229" y="3295806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מחבר ישר 21">
            <a:extLst>
              <a:ext uri="{FF2B5EF4-FFF2-40B4-BE49-F238E27FC236}">
                <a16:creationId xmlns:a16="http://schemas.microsoft.com/office/drawing/2014/main" id="{D146A566-EA68-4130-B3D2-7F6E74916EBB}"/>
              </a:ext>
            </a:extLst>
          </p:cNvPr>
          <p:cNvCxnSpPr>
            <a:cxnSpLocks/>
          </p:cNvCxnSpPr>
          <p:nvPr/>
        </p:nvCxnSpPr>
        <p:spPr>
          <a:xfrm flipV="1">
            <a:off x="9055229" y="2579077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מחבר ישר 22">
            <a:extLst>
              <a:ext uri="{FF2B5EF4-FFF2-40B4-BE49-F238E27FC236}">
                <a16:creationId xmlns:a16="http://schemas.microsoft.com/office/drawing/2014/main" id="{D2FCF5CC-31EF-4D64-9AB6-E598409D3381}"/>
              </a:ext>
            </a:extLst>
          </p:cNvPr>
          <p:cNvCxnSpPr>
            <a:cxnSpLocks/>
            <a:stCxn id="4" idx="6"/>
            <a:endCxn id="20" idx="1"/>
          </p:cNvCxnSpPr>
          <p:nvPr/>
        </p:nvCxnSpPr>
        <p:spPr>
          <a:xfrm>
            <a:off x="4368342" y="3023991"/>
            <a:ext cx="4012871" cy="315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מלבן 23">
            <a:extLst>
              <a:ext uri="{FF2B5EF4-FFF2-40B4-BE49-F238E27FC236}">
                <a16:creationId xmlns:a16="http://schemas.microsoft.com/office/drawing/2014/main" id="{CAE5D983-FDDB-4382-8007-0E868F63AE77}"/>
              </a:ext>
            </a:extLst>
          </p:cNvPr>
          <p:cNvSpPr/>
          <p:nvPr/>
        </p:nvSpPr>
        <p:spPr>
          <a:xfrm>
            <a:off x="6113477" y="345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A7087B76-E6C3-4602-A1DA-446D4B50327D}"/>
              </a:ext>
            </a:extLst>
          </p:cNvPr>
          <p:cNvSpPr/>
          <p:nvPr/>
        </p:nvSpPr>
        <p:spPr>
          <a:xfrm>
            <a:off x="9539529" y="210572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CEBE977A-5E64-4DAF-B9BF-1906EED0BBE8}"/>
              </a:ext>
            </a:extLst>
          </p:cNvPr>
          <p:cNvSpPr/>
          <p:nvPr/>
        </p:nvSpPr>
        <p:spPr>
          <a:xfrm>
            <a:off x="4406525" y="3200593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4F09962C-DDDF-409E-8E25-80EF60A48805}"/>
              </a:ext>
            </a:extLst>
          </p:cNvPr>
          <p:cNvSpPr/>
          <p:nvPr/>
        </p:nvSpPr>
        <p:spPr>
          <a:xfrm>
            <a:off x="5636941" y="2642213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8EDC32D8-CB7B-4E5E-92A9-DB9CCFE8D6A0}"/>
              </a:ext>
            </a:extLst>
          </p:cNvPr>
          <p:cNvSpPr/>
          <p:nvPr/>
        </p:nvSpPr>
        <p:spPr>
          <a:xfrm>
            <a:off x="4269376" y="374086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C12BAF86-F73E-4BCB-8981-03CDBC4E06B8}"/>
              </a:ext>
            </a:extLst>
          </p:cNvPr>
          <p:cNvSpPr/>
          <p:nvPr/>
        </p:nvSpPr>
        <p:spPr>
          <a:xfrm>
            <a:off x="9566637" y="430096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8981B48D-6C6B-45E8-8689-F837891F68B4}"/>
              </a:ext>
            </a:extLst>
          </p:cNvPr>
          <p:cNvSpPr/>
          <p:nvPr/>
        </p:nvSpPr>
        <p:spPr>
          <a:xfrm>
            <a:off x="9096469" y="423890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63397ACA-FF10-4538-93EA-C02D5896D834}"/>
              </a:ext>
            </a:extLst>
          </p:cNvPr>
          <p:cNvSpPr/>
          <p:nvPr/>
        </p:nvSpPr>
        <p:spPr>
          <a:xfrm>
            <a:off x="6414544" y="5204351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 err="1"/>
              <a:t>h.h.h.h</a:t>
            </a:r>
            <a:r>
              <a:rPr lang="en-US" dirty="0"/>
              <a:t> dynamic G0/2</a:t>
            </a:r>
          </a:p>
        </p:txBody>
      </p:sp>
      <p:sp>
        <p:nvSpPr>
          <p:cNvPr id="34" name="מלבן 33">
            <a:extLst>
              <a:ext uri="{FF2B5EF4-FFF2-40B4-BE49-F238E27FC236}">
                <a16:creationId xmlns:a16="http://schemas.microsoft.com/office/drawing/2014/main" id="{07DF5EB2-2E58-4CE1-879F-79F473F7158A}"/>
              </a:ext>
            </a:extLst>
          </p:cNvPr>
          <p:cNvSpPr/>
          <p:nvPr/>
        </p:nvSpPr>
        <p:spPr>
          <a:xfrm>
            <a:off x="7633551" y="304363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Arp-request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192.168.4.254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ffff.ffff.ffff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7121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AEC8AEC0-332D-4D8A-8C06-54A38512829D}"/>
              </a:ext>
            </a:extLst>
          </p:cNvPr>
          <p:cNvSpPr/>
          <p:nvPr/>
        </p:nvSpPr>
        <p:spPr>
          <a:xfrm>
            <a:off x="1435628" y="260765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?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3" name="אליפסה 2">
            <a:extLst>
              <a:ext uri="{FF2B5EF4-FFF2-40B4-BE49-F238E27FC236}">
                <a16:creationId xmlns:a16="http://schemas.microsoft.com/office/drawing/2014/main" id="{81399D69-1C46-453E-9BE3-322EA78A9C1D}"/>
              </a:ext>
            </a:extLst>
          </p:cNvPr>
          <p:cNvSpPr/>
          <p:nvPr/>
        </p:nvSpPr>
        <p:spPr>
          <a:xfrm>
            <a:off x="3230841" y="2580931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35009BE1-6BFA-4A3D-B89C-DF3D04805155}"/>
              </a:ext>
            </a:extLst>
          </p:cNvPr>
          <p:cNvSpPr/>
          <p:nvPr/>
        </p:nvSpPr>
        <p:spPr>
          <a:xfrm>
            <a:off x="3394041" y="221529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6830327-5848-4EA1-BDEB-5EC393DED31C}"/>
              </a:ext>
            </a:extLst>
          </p:cNvPr>
          <p:cNvSpPr/>
          <p:nvPr/>
        </p:nvSpPr>
        <p:spPr>
          <a:xfrm>
            <a:off x="3837091" y="2194831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A4AE88B6-2D1A-43B9-844A-09F171FE8002}"/>
              </a:ext>
            </a:extLst>
          </p:cNvPr>
          <p:cNvSpPr/>
          <p:nvPr/>
        </p:nvSpPr>
        <p:spPr>
          <a:xfrm>
            <a:off x="9995555" y="2047910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1DC996D9-826F-44A1-B41A-1740384F8D41}"/>
              </a:ext>
            </a:extLst>
          </p:cNvPr>
          <p:cNvSpPr/>
          <p:nvPr/>
        </p:nvSpPr>
        <p:spPr>
          <a:xfrm>
            <a:off x="9995555" y="3484761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49CE371F-5EB1-4F7A-ABA9-11BF56773FFC}"/>
              </a:ext>
            </a:extLst>
          </p:cNvPr>
          <p:cNvSpPr/>
          <p:nvPr/>
        </p:nvSpPr>
        <p:spPr>
          <a:xfrm>
            <a:off x="8381213" y="2963390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78F8F96F-7841-4CE3-897B-14AE739734EE}"/>
              </a:ext>
            </a:extLst>
          </p:cNvPr>
          <p:cNvCxnSpPr/>
          <p:nvPr/>
        </p:nvCxnSpPr>
        <p:spPr>
          <a:xfrm>
            <a:off x="9055229" y="3295806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2989F13D-E800-4234-9127-15CC9F3E03C7}"/>
              </a:ext>
            </a:extLst>
          </p:cNvPr>
          <p:cNvCxnSpPr>
            <a:cxnSpLocks/>
          </p:cNvCxnSpPr>
          <p:nvPr/>
        </p:nvCxnSpPr>
        <p:spPr>
          <a:xfrm flipV="1">
            <a:off x="9055229" y="2579077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20C42818-DC4C-4268-8BDD-AAD55930A695}"/>
              </a:ext>
            </a:extLst>
          </p:cNvPr>
          <p:cNvCxnSpPr>
            <a:cxnSpLocks/>
            <a:stCxn id="3" idx="6"/>
            <a:endCxn id="8" idx="1"/>
          </p:cNvCxnSpPr>
          <p:nvPr/>
        </p:nvCxnSpPr>
        <p:spPr>
          <a:xfrm>
            <a:off x="4368342" y="3023991"/>
            <a:ext cx="4012871" cy="315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3ECBF9EE-4BF1-408E-880A-9D7DC405CFF5}"/>
              </a:ext>
            </a:extLst>
          </p:cNvPr>
          <p:cNvSpPr/>
          <p:nvPr/>
        </p:nvSpPr>
        <p:spPr>
          <a:xfrm>
            <a:off x="6113477" y="345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6C762BB5-4D49-4707-A2E8-579837F507EA}"/>
              </a:ext>
            </a:extLst>
          </p:cNvPr>
          <p:cNvSpPr/>
          <p:nvPr/>
        </p:nvSpPr>
        <p:spPr>
          <a:xfrm>
            <a:off x="9539529" y="210572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2E14FF5A-C0BA-4F27-8A04-4BF3A2549481}"/>
              </a:ext>
            </a:extLst>
          </p:cNvPr>
          <p:cNvSpPr/>
          <p:nvPr/>
        </p:nvSpPr>
        <p:spPr>
          <a:xfrm>
            <a:off x="4406525" y="3200593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4C8BED0D-9767-4320-ACC5-2FFFE6FB9753}"/>
              </a:ext>
            </a:extLst>
          </p:cNvPr>
          <p:cNvSpPr/>
          <p:nvPr/>
        </p:nvSpPr>
        <p:spPr>
          <a:xfrm>
            <a:off x="5636941" y="2642213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6B41BF2F-C159-45A3-A004-01B49FD9D6DC}"/>
              </a:ext>
            </a:extLst>
          </p:cNvPr>
          <p:cNvSpPr/>
          <p:nvPr/>
        </p:nvSpPr>
        <p:spPr>
          <a:xfrm>
            <a:off x="4269376" y="374086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515E8366-2E34-4A49-909D-671DB0DE58EC}"/>
              </a:ext>
            </a:extLst>
          </p:cNvPr>
          <p:cNvSpPr/>
          <p:nvPr/>
        </p:nvSpPr>
        <p:spPr>
          <a:xfrm>
            <a:off x="9566637" y="430096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29B6E84F-10CC-4BFF-8EE3-FD5F55EC8892}"/>
              </a:ext>
            </a:extLst>
          </p:cNvPr>
          <p:cNvSpPr/>
          <p:nvPr/>
        </p:nvSpPr>
        <p:spPr>
          <a:xfrm>
            <a:off x="9096469" y="423890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CC0811D9-1CD0-4C91-B49B-864B34B4D21A}"/>
              </a:ext>
            </a:extLst>
          </p:cNvPr>
          <p:cNvSpPr/>
          <p:nvPr/>
        </p:nvSpPr>
        <p:spPr>
          <a:xfrm>
            <a:off x="5377596" y="5204351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 err="1"/>
              <a:t>h.h.h.h</a:t>
            </a:r>
            <a:r>
              <a:rPr lang="en-US" dirty="0"/>
              <a:t> dynamic G0/2</a:t>
            </a:r>
          </a:p>
          <a:p>
            <a:pPr algn="ctr"/>
            <a:r>
              <a:rPr lang="en-US" dirty="0"/>
              <a:t>4.4.4.4 dynamic f0/1</a:t>
            </a: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4E225DA3-8546-4F5D-9097-823AE8A4869C}"/>
              </a:ext>
            </a:extLst>
          </p:cNvPr>
          <p:cNvSpPr/>
          <p:nvPr/>
        </p:nvSpPr>
        <p:spPr>
          <a:xfrm>
            <a:off x="7633551" y="35149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Arp-reply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192.168.4.254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en-US" dirty="0"/>
          </a:p>
          <a:p>
            <a:pPr algn="ctr"/>
            <a:r>
              <a:rPr lang="en-US" dirty="0" err="1"/>
              <a:t>Src</a:t>
            </a:r>
            <a:r>
              <a:rPr lang="en-US" dirty="0"/>
              <a:t> mac 4.4.4.4</a:t>
            </a:r>
            <a:endParaRPr lang="he-IL" dirty="0"/>
          </a:p>
        </p:txBody>
      </p:sp>
      <p:sp>
        <p:nvSpPr>
          <p:cNvPr id="21" name="בועת דיבור: אליפסה 20">
            <a:extLst>
              <a:ext uri="{FF2B5EF4-FFF2-40B4-BE49-F238E27FC236}">
                <a16:creationId xmlns:a16="http://schemas.microsoft.com/office/drawing/2014/main" id="{1E073FE3-36D0-4A3C-BEA3-221DE0A1BC5E}"/>
              </a:ext>
            </a:extLst>
          </p:cNvPr>
          <p:cNvSpPr/>
          <p:nvPr/>
        </p:nvSpPr>
        <p:spPr>
          <a:xfrm>
            <a:off x="8978635" y="5073629"/>
            <a:ext cx="2997724" cy="1432874"/>
          </a:xfrm>
          <a:prstGeom prst="wedgeEllipse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Hi 192.168.4.254</a:t>
            </a:r>
            <a:endParaRPr lang="he-IL" dirty="0"/>
          </a:p>
          <a:p>
            <a:pPr algn="ctr"/>
            <a:r>
              <a:rPr lang="en-US" dirty="0"/>
              <a:t>This is 192.168.4.1</a:t>
            </a:r>
          </a:p>
          <a:p>
            <a:pPr algn="ctr"/>
            <a:r>
              <a:rPr lang="en-US" dirty="0"/>
              <a:t>my mac-address is</a:t>
            </a:r>
          </a:p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BCD7F6C8-2967-42F8-8586-030364956B8B}"/>
              </a:ext>
            </a:extLst>
          </p:cNvPr>
          <p:cNvSpPr/>
          <p:nvPr/>
        </p:nvSpPr>
        <p:spPr>
          <a:xfrm>
            <a:off x="9400238" y="3144758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90093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5A2DF524-5C76-499F-ADC0-D80FB2365C32}"/>
              </a:ext>
            </a:extLst>
          </p:cNvPr>
          <p:cNvSpPr/>
          <p:nvPr/>
        </p:nvSpPr>
        <p:spPr>
          <a:xfrm>
            <a:off x="1435628" y="2607657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4.4.4.4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3" name="אליפסה 2">
            <a:extLst>
              <a:ext uri="{FF2B5EF4-FFF2-40B4-BE49-F238E27FC236}">
                <a16:creationId xmlns:a16="http://schemas.microsoft.com/office/drawing/2014/main" id="{B4C13C3A-9E3C-4677-BE1B-6B362E65D9C3}"/>
              </a:ext>
            </a:extLst>
          </p:cNvPr>
          <p:cNvSpPr/>
          <p:nvPr/>
        </p:nvSpPr>
        <p:spPr>
          <a:xfrm>
            <a:off x="3230841" y="2580931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0C4F0ACB-997D-4C37-BE66-8B4A468C6061}"/>
              </a:ext>
            </a:extLst>
          </p:cNvPr>
          <p:cNvSpPr/>
          <p:nvPr/>
        </p:nvSpPr>
        <p:spPr>
          <a:xfrm>
            <a:off x="3394041" y="221529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A63066CD-4333-41F1-9E2A-BCF3864E60E6}"/>
              </a:ext>
            </a:extLst>
          </p:cNvPr>
          <p:cNvSpPr/>
          <p:nvPr/>
        </p:nvSpPr>
        <p:spPr>
          <a:xfrm>
            <a:off x="3837091" y="2194831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e.e.e.e</a:t>
            </a:r>
            <a:endParaRPr lang="he-IL" dirty="0"/>
          </a:p>
        </p:txBody>
      </p:sp>
      <p:sp>
        <p:nvSpPr>
          <p:cNvPr id="6" name="מלבן 5">
            <a:extLst>
              <a:ext uri="{FF2B5EF4-FFF2-40B4-BE49-F238E27FC236}">
                <a16:creationId xmlns:a16="http://schemas.microsoft.com/office/drawing/2014/main" id="{40FAEBA2-39B4-4069-ADE7-018796F80D02}"/>
              </a:ext>
            </a:extLst>
          </p:cNvPr>
          <p:cNvSpPr/>
          <p:nvPr/>
        </p:nvSpPr>
        <p:spPr>
          <a:xfrm>
            <a:off x="9995555" y="2047910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EAF2B47-88DF-433D-9D32-BDC49AEDEB8C}"/>
              </a:ext>
            </a:extLst>
          </p:cNvPr>
          <p:cNvSpPr/>
          <p:nvPr/>
        </p:nvSpPr>
        <p:spPr>
          <a:xfrm>
            <a:off x="9995555" y="3484761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945073AB-6968-43A8-B4EE-8A9E1CE2250D}"/>
              </a:ext>
            </a:extLst>
          </p:cNvPr>
          <p:cNvSpPr/>
          <p:nvPr/>
        </p:nvSpPr>
        <p:spPr>
          <a:xfrm>
            <a:off x="8381213" y="2963390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0A2067D7-8AF6-40B6-B03D-67A84D4F5180}"/>
              </a:ext>
            </a:extLst>
          </p:cNvPr>
          <p:cNvCxnSpPr/>
          <p:nvPr/>
        </p:nvCxnSpPr>
        <p:spPr>
          <a:xfrm>
            <a:off x="9055229" y="3295806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מחבר ישר 9">
            <a:extLst>
              <a:ext uri="{FF2B5EF4-FFF2-40B4-BE49-F238E27FC236}">
                <a16:creationId xmlns:a16="http://schemas.microsoft.com/office/drawing/2014/main" id="{CCBF2D1F-DD22-4782-B3A5-76D99E5FA5AE}"/>
              </a:ext>
            </a:extLst>
          </p:cNvPr>
          <p:cNvCxnSpPr>
            <a:cxnSpLocks/>
          </p:cNvCxnSpPr>
          <p:nvPr/>
        </p:nvCxnSpPr>
        <p:spPr>
          <a:xfrm flipV="1">
            <a:off x="9055229" y="2579077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מחבר ישר 10">
            <a:extLst>
              <a:ext uri="{FF2B5EF4-FFF2-40B4-BE49-F238E27FC236}">
                <a16:creationId xmlns:a16="http://schemas.microsoft.com/office/drawing/2014/main" id="{8DCFFA61-62B2-4854-ABE0-FC48BD022ABE}"/>
              </a:ext>
            </a:extLst>
          </p:cNvPr>
          <p:cNvCxnSpPr>
            <a:cxnSpLocks/>
            <a:stCxn id="3" idx="6"/>
            <a:endCxn id="8" idx="1"/>
          </p:cNvCxnSpPr>
          <p:nvPr/>
        </p:nvCxnSpPr>
        <p:spPr>
          <a:xfrm>
            <a:off x="4368342" y="3023991"/>
            <a:ext cx="4012871" cy="3152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מלבן 11">
            <a:extLst>
              <a:ext uri="{FF2B5EF4-FFF2-40B4-BE49-F238E27FC236}">
                <a16:creationId xmlns:a16="http://schemas.microsoft.com/office/drawing/2014/main" id="{0AE53CFF-1E41-4AE2-9737-950DF066A87A}"/>
              </a:ext>
            </a:extLst>
          </p:cNvPr>
          <p:cNvSpPr/>
          <p:nvPr/>
        </p:nvSpPr>
        <p:spPr>
          <a:xfrm>
            <a:off x="6113477" y="345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16DDDB05-10F1-459C-940E-3785118AD8A7}"/>
              </a:ext>
            </a:extLst>
          </p:cNvPr>
          <p:cNvSpPr/>
          <p:nvPr/>
        </p:nvSpPr>
        <p:spPr>
          <a:xfrm>
            <a:off x="9539529" y="210572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508006EA-10DA-4BD3-8162-90531CAB4388}"/>
              </a:ext>
            </a:extLst>
          </p:cNvPr>
          <p:cNvSpPr/>
          <p:nvPr/>
        </p:nvSpPr>
        <p:spPr>
          <a:xfrm>
            <a:off x="4406525" y="3200593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15" name="מלבן 14">
            <a:extLst>
              <a:ext uri="{FF2B5EF4-FFF2-40B4-BE49-F238E27FC236}">
                <a16:creationId xmlns:a16="http://schemas.microsoft.com/office/drawing/2014/main" id="{1C64940C-1570-41BB-8296-3926BA15854F}"/>
              </a:ext>
            </a:extLst>
          </p:cNvPr>
          <p:cNvSpPr/>
          <p:nvPr/>
        </p:nvSpPr>
        <p:spPr>
          <a:xfrm>
            <a:off x="5636941" y="2642213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16" name="מלבן 15">
            <a:extLst>
              <a:ext uri="{FF2B5EF4-FFF2-40B4-BE49-F238E27FC236}">
                <a16:creationId xmlns:a16="http://schemas.microsoft.com/office/drawing/2014/main" id="{E2F46AB6-8151-4787-B489-1B899AA17468}"/>
              </a:ext>
            </a:extLst>
          </p:cNvPr>
          <p:cNvSpPr/>
          <p:nvPr/>
        </p:nvSpPr>
        <p:spPr>
          <a:xfrm>
            <a:off x="4269376" y="3740867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h.h.h.h</a:t>
            </a:r>
            <a:endParaRPr lang="he-IL" dirty="0"/>
          </a:p>
        </p:txBody>
      </p:sp>
      <p:sp>
        <p:nvSpPr>
          <p:cNvPr id="17" name="מלבן 16">
            <a:extLst>
              <a:ext uri="{FF2B5EF4-FFF2-40B4-BE49-F238E27FC236}">
                <a16:creationId xmlns:a16="http://schemas.microsoft.com/office/drawing/2014/main" id="{D3003719-57E0-4121-A98E-D227ABFF2C1C}"/>
              </a:ext>
            </a:extLst>
          </p:cNvPr>
          <p:cNvSpPr/>
          <p:nvPr/>
        </p:nvSpPr>
        <p:spPr>
          <a:xfrm>
            <a:off x="9566637" y="4300965"/>
            <a:ext cx="1018092" cy="37395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4.4.4.4</a:t>
            </a:r>
            <a:endParaRPr lang="he-IL" dirty="0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65B1DF9D-DF73-4979-A212-66FBA70A4F96}"/>
              </a:ext>
            </a:extLst>
          </p:cNvPr>
          <p:cNvSpPr/>
          <p:nvPr/>
        </p:nvSpPr>
        <p:spPr>
          <a:xfrm>
            <a:off x="9096469" y="423890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D17B9391-0A9E-4771-A1E1-B226A4A391ED}"/>
              </a:ext>
            </a:extLst>
          </p:cNvPr>
          <p:cNvSpPr/>
          <p:nvPr/>
        </p:nvSpPr>
        <p:spPr>
          <a:xfrm>
            <a:off x="5377596" y="5204351"/>
            <a:ext cx="2903455" cy="130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Mac address table</a:t>
            </a:r>
          </a:p>
          <a:p>
            <a:pPr algn="ctr"/>
            <a:r>
              <a:rPr lang="en-US" dirty="0" err="1"/>
              <a:t>h.h.h.h</a:t>
            </a:r>
            <a:r>
              <a:rPr lang="en-US" dirty="0"/>
              <a:t> dynamic G0/2</a:t>
            </a:r>
          </a:p>
          <a:p>
            <a:pPr algn="ctr"/>
            <a:r>
              <a:rPr lang="en-US" dirty="0"/>
              <a:t>4.4.4.4 dynamic f0/1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150BC648-559A-4C5E-8E9E-6CCEC5F95BC7}"/>
              </a:ext>
            </a:extLst>
          </p:cNvPr>
          <p:cNvSpPr/>
          <p:nvPr/>
        </p:nvSpPr>
        <p:spPr>
          <a:xfrm>
            <a:off x="9400238" y="3144758"/>
            <a:ext cx="631306" cy="552056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F0/1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62112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32EC9F77-1EEB-48EE-9C9F-2116EBA0BE17}"/>
              </a:ext>
            </a:extLst>
          </p:cNvPr>
          <p:cNvSpPr/>
          <p:nvPr/>
        </p:nvSpPr>
        <p:spPr>
          <a:xfrm>
            <a:off x="-49883" y="62609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P1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" name="מלבן 2">
            <a:extLst>
              <a:ext uri="{FF2B5EF4-FFF2-40B4-BE49-F238E27FC236}">
                <a16:creationId xmlns:a16="http://schemas.microsoft.com/office/drawing/2014/main" id="{02BE7293-8139-408A-B092-14ACF7B94638}"/>
              </a:ext>
            </a:extLst>
          </p:cNvPr>
          <p:cNvSpPr/>
          <p:nvPr/>
        </p:nvSpPr>
        <p:spPr>
          <a:xfrm>
            <a:off x="-84841" y="22099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P2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4" name="מלבן 3">
            <a:extLst>
              <a:ext uri="{FF2B5EF4-FFF2-40B4-BE49-F238E27FC236}">
                <a16:creationId xmlns:a16="http://schemas.microsoft.com/office/drawing/2014/main" id="{0C42E66A-16AC-4AB9-8959-2F10241427BC}"/>
              </a:ext>
            </a:extLst>
          </p:cNvPr>
          <p:cNvSpPr/>
          <p:nvPr/>
        </p:nvSpPr>
        <p:spPr>
          <a:xfrm>
            <a:off x="11466136" y="3448296"/>
            <a:ext cx="725864" cy="754144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P3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7E06C9CA-6F8D-4073-BDBC-3A33E5D61CFC}"/>
              </a:ext>
            </a:extLst>
          </p:cNvPr>
          <p:cNvSpPr/>
          <p:nvPr/>
        </p:nvSpPr>
        <p:spPr>
          <a:xfrm>
            <a:off x="11466136" y="4885147"/>
            <a:ext cx="725864" cy="7541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P4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C8E3FF71-0FFB-4A94-B48B-EC14D456C952}"/>
              </a:ext>
            </a:extLst>
          </p:cNvPr>
          <p:cNvSpPr/>
          <p:nvPr/>
        </p:nvSpPr>
        <p:spPr>
          <a:xfrm>
            <a:off x="1778524" y="1583703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  <a:endParaRPr lang="he-IL" dirty="0"/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F42417BB-A5BB-49AB-BEF2-6E3D6BA38AF8}"/>
              </a:ext>
            </a:extLst>
          </p:cNvPr>
          <p:cNvSpPr/>
          <p:nvPr/>
        </p:nvSpPr>
        <p:spPr>
          <a:xfrm>
            <a:off x="9851794" y="4363776"/>
            <a:ext cx="810705" cy="7517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  <a:endParaRPr lang="he-IL" dirty="0"/>
          </a:p>
        </p:txBody>
      </p:sp>
      <p:sp>
        <p:nvSpPr>
          <p:cNvPr id="8" name="אליפסה 7">
            <a:extLst>
              <a:ext uri="{FF2B5EF4-FFF2-40B4-BE49-F238E27FC236}">
                <a16:creationId xmlns:a16="http://schemas.microsoft.com/office/drawing/2014/main" id="{F4A72997-65DC-4A67-BD7D-F23214D38BA8}"/>
              </a:ext>
            </a:extLst>
          </p:cNvPr>
          <p:cNvSpPr/>
          <p:nvPr/>
        </p:nvSpPr>
        <p:spPr>
          <a:xfrm>
            <a:off x="4716544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R1</a:t>
            </a:r>
            <a:endParaRPr lang="he-IL" dirty="0"/>
          </a:p>
        </p:txBody>
      </p:sp>
      <p:sp>
        <p:nvSpPr>
          <p:cNvPr id="9" name="אליפסה 8">
            <a:extLst>
              <a:ext uri="{FF2B5EF4-FFF2-40B4-BE49-F238E27FC236}">
                <a16:creationId xmlns:a16="http://schemas.microsoft.com/office/drawing/2014/main" id="{C187F786-1F5D-4A6D-B15F-B580316CAC54}"/>
              </a:ext>
            </a:extLst>
          </p:cNvPr>
          <p:cNvSpPr/>
          <p:nvPr/>
        </p:nvSpPr>
        <p:spPr>
          <a:xfrm>
            <a:off x="7722120" y="429661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R4</a:t>
            </a:r>
            <a:endParaRPr lang="he-IL" dirty="0"/>
          </a:p>
        </p:txBody>
      </p:sp>
      <p:sp>
        <p:nvSpPr>
          <p:cNvPr id="10" name="אליפסה 9">
            <a:extLst>
              <a:ext uri="{FF2B5EF4-FFF2-40B4-BE49-F238E27FC236}">
                <a16:creationId xmlns:a16="http://schemas.microsoft.com/office/drawing/2014/main" id="{8A329104-C94C-40AF-851C-86C947AEBC28}"/>
              </a:ext>
            </a:extLst>
          </p:cNvPr>
          <p:cNvSpPr/>
          <p:nvPr/>
        </p:nvSpPr>
        <p:spPr>
          <a:xfrm>
            <a:off x="4474589" y="4346150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R3</a:t>
            </a:r>
            <a:endParaRPr lang="he-IL" dirty="0"/>
          </a:p>
        </p:txBody>
      </p:sp>
      <p:sp>
        <p:nvSpPr>
          <p:cNvPr id="11" name="אליפסה 10">
            <a:extLst>
              <a:ext uri="{FF2B5EF4-FFF2-40B4-BE49-F238E27FC236}">
                <a16:creationId xmlns:a16="http://schemas.microsoft.com/office/drawing/2014/main" id="{EDC0A609-EE81-4102-BCF1-38040CEAE332}"/>
              </a:ext>
            </a:extLst>
          </p:cNvPr>
          <p:cNvSpPr/>
          <p:nvPr/>
        </p:nvSpPr>
        <p:spPr>
          <a:xfrm>
            <a:off x="7522589" y="1583703"/>
            <a:ext cx="1137501" cy="886119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R2</a:t>
            </a:r>
            <a:endParaRPr lang="he-IL" dirty="0"/>
          </a:p>
        </p:txBody>
      </p:sp>
      <p:cxnSp>
        <p:nvCxnSpPr>
          <p:cNvPr id="12" name="מחבר ישר 11">
            <a:extLst>
              <a:ext uri="{FF2B5EF4-FFF2-40B4-BE49-F238E27FC236}">
                <a16:creationId xmlns:a16="http://schemas.microsoft.com/office/drawing/2014/main" id="{7A101362-6065-42AF-A0DA-891531177AF3}"/>
              </a:ext>
            </a:extLst>
          </p:cNvPr>
          <p:cNvCxnSpPr>
            <a:cxnSpLocks/>
          </p:cNvCxnSpPr>
          <p:nvPr/>
        </p:nvCxnSpPr>
        <p:spPr>
          <a:xfrm>
            <a:off x="702297" y="1143393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מחבר ישר 12">
            <a:extLst>
              <a:ext uri="{FF2B5EF4-FFF2-40B4-BE49-F238E27FC236}">
                <a16:creationId xmlns:a16="http://schemas.microsoft.com/office/drawing/2014/main" id="{65EB2841-DA43-48AD-8B17-791548BD866E}"/>
              </a:ext>
            </a:extLst>
          </p:cNvPr>
          <p:cNvCxnSpPr>
            <a:cxnSpLocks/>
          </p:cNvCxnSpPr>
          <p:nvPr/>
        </p:nvCxnSpPr>
        <p:spPr>
          <a:xfrm flipV="1">
            <a:off x="569144" y="2037564"/>
            <a:ext cx="1341355" cy="611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מחבר ישר 13">
            <a:extLst>
              <a:ext uri="{FF2B5EF4-FFF2-40B4-BE49-F238E27FC236}">
                <a16:creationId xmlns:a16="http://schemas.microsoft.com/office/drawing/2014/main" id="{6D8C01F3-B99D-4B8F-9712-86E54AC9AB2D}"/>
              </a:ext>
            </a:extLst>
          </p:cNvPr>
          <p:cNvCxnSpPr/>
          <p:nvPr/>
        </p:nvCxnSpPr>
        <p:spPr>
          <a:xfrm>
            <a:off x="10525810" y="4696192"/>
            <a:ext cx="1184635" cy="816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מחבר ישר 14">
            <a:extLst>
              <a:ext uri="{FF2B5EF4-FFF2-40B4-BE49-F238E27FC236}">
                <a16:creationId xmlns:a16="http://schemas.microsoft.com/office/drawing/2014/main" id="{19AAA5C7-F89D-4E3D-903A-C963D315E296}"/>
              </a:ext>
            </a:extLst>
          </p:cNvPr>
          <p:cNvCxnSpPr>
            <a:cxnSpLocks/>
          </p:cNvCxnSpPr>
          <p:nvPr/>
        </p:nvCxnSpPr>
        <p:spPr>
          <a:xfrm flipV="1">
            <a:off x="10525810" y="3979463"/>
            <a:ext cx="1020454" cy="4119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מחבר ישר 15">
            <a:extLst>
              <a:ext uri="{FF2B5EF4-FFF2-40B4-BE49-F238E27FC236}">
                <a16:creationId xmlns:a16="http://schemas.microsoft.com/office/drawing/2014/main" id="{91AD210A-4B15-4FBC-8954-6F8E9C32D383}"/>
              </a:ext>
            </a:extLst>
          </p:cNvPr>
          <p:cNvCxnSpPr>
            <a:cxnSpLocks/>
            <a:endCxn id="8" idx="2"/>
          </p:cNvCxnSpPr>
          <p:nvPr/>
        </p:nvCxnSpPr>
        <p:spPr>
          <a:xfrm>
            <a:off x="2370841" y="1959597"/>
            <a:ext cx="2345703" cy="671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ישר 16">
            <a:extLst>
              <a:ext uri="{FF2B5EF4-FFF2-40B4-BE49-F238E27FC236}">
                <a16:creationId xmlns:a16="http://schemas.microsoft.com/office/drawing/2014/main" id="{6A9D953C-0BD3-4A6C-A02D-FDD51204F7B2}"/>
              </a:ext>
            </a:extLst>
          </p:cNvPr>
          <p:cNvCxnSpPr>
            <a:stCxn id="8" idx="4"/>
          </p:cNvCxnSpPr>
          <p:nvPr/>
        </p:nvCxnSpPr>
        <p:spPr>
          <a:xfrm flipH="1">
            <a:off x="5213023" y="2469822"/>
            <a:ext cx="72272" cy="18763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מחבר ישר 17">
            <a:extLst>
              <a:ext uri="{FF2B5EF4-FFF2-40B4-BE49-F238E27FC236}">
                <a16:creationId xmlns:a16="http://schemas.microsoft.com/office/drawing/2014/main" id="{2C93C520-4156-40D5-9349-B54822C038B8}"/>
              </a:ext>
            </a:extLst>
          </p:cNvPr>
          <p:cNvCxnSpPr>
            <a:stCxn id="8" idx="6"/>
          </p:cNvCxnSpPr>
          <p:nvPr/>
        </p:nvCxnSpPr>
        <p:spPr>
          <a:xfrm flipV="1">
            <a:off x="5854045" y="2026761"/>
            <a:ext cx="1681898" cy="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מחבר ישר 18">
            <a:extLst>
              <a:ext uri="{FF2B5EF4-FFF2-40B4-BE49-F238E27FC236}">
                <a16:creationId xmlns:a16="http://schemas.microsoft.com/office/drawing/2014/main" id="{E5FAFA77-BED4-4DE1-89C5-6BFD6B87DFE7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8212708" y="2524370"/>
            <a:ext cx="78163" cy="17722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מחבר ישר 19">
            <a:extLst>
              <a:ext uri="{FF2B5EF4-FFF2-40B4-BE49-F238E27FC236}">
                <a16:creationId xmlns:a16="http://schemas.microsoft.com/office/drawing/2014/main" id="{A37D224B-A6DE-4652-BC62-4DCEB31F5780}"/>
              </a:ext>
            </a:extLst>
          </p:cNvPr>
          <p:cNvCxnSpPr>
            <a:stCxn id="10" idx="6"/>
            <a:endCxn id="9" idx="2"/>
          </p:cNvCxnSpPr>
          <p:nvPr/>
        </p:nvCxnSpPr>
        <p:spPr>
          <a:xfrm flipV="1">
            <a:off x="5612090" y="4739670"/>
            <a:ext cx="2110030" cy="49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מחבר ישר 20">
            <a:extLst>
              <a:ext uri="{FF2B5EF4-FFF2-40B4-BE49-F238E27FC236}">
                <a16:creationId xmlns:a16="http://schemas.microsoft.com/office/drawing/2014/main" id="{8DA00913-597A-434E-9A8C-6FE5442EE026}"/>
              </a:ext>
            </a:extLst>
          </p:cNvPr>
          <p:cNvCxnSpPr>
            <a:cxnSpLocks/>
            <a:stCxn id="9" idx="6"/>
            <a:endCxn id="7" idx="1"/>
          </p:cNvCxnSpPr>
          <p:nvPr/>
        </p:nvCxnSpPr>
        <p:spPr>
          <a:xfrm>
            <a:off x="8859621" y="4739670"/>
            <a:ext cx="9921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מלבן 21">
            <a:extLst>
              <a:ext uri="{FF2B5EF4-FFF2-40B4-BE49-F238E27FC236}">
                <a16:creationId xmlns:a16="http://schemas.microsoft.com/office/drawing/2014/main" id="{930DFBDE-04A5-473B-853A-D116CB09E2A1}"/>
              </a:ext>
            </a:extLst>
          </p:cNvPr>
          <p:cNvSpPr/>
          <p:nvPr/>
        </p:nvSpPr>
        <p:spPr>
          <a:xfrm>
            <a:off x="2780907" y="570715"/>
            <a:ext cx="16936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8E6D0441-D446-482E-88D9-A0A987105E48}"/>
              </a:ext>
            </a:extLst>
          </p:cNvPr>
          <p:cNvSpPr/>
          <p:nvPr/>
        </p:nvSpPr>
        <p:spPr>
          <a:xfrm>
            <a:off x="736078" y="19845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D2A15834-1A64-4A26-AA08-0D0FCB7512EF}"/>
              </a:ext>
            </a:extLst>
          </p:cNvPr>
          <p:cNvSpPr/>
          <p:nvPr/>
        </p:nvSpPr>
        <p:spPr>
          <a:xfrm>
            <a:off x="750218" y="296826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9B28FEE4-B165-41DA-8D78-16AC17B9F70D}"/>
              </a:ext>
            </a:extLst>
          </p:cNvPr>
          <p:cNvSpPr/>
          <p:nvPr/>
        </p:nvSpPr>
        <p:spPr>
          <a:xfrm>
            <a:off x="3943547" y="2148722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26" name="מלבן 25">
            <a:extLst>
              <a:ext uri="{FF2B5EF4-FFF2-40B4-BE49-F238E27FC236}">
                <a16:creationId xmlns:a16="http://schemas.microsoft.com/office/drawing/2014/main" id="{8449D7DA-8AA6-4FC7-9710-5AB777D569D2}"/>
              </a:ext>
            </a:extLst>
          </p:cNvPr>
          <p:cNvSpPr/>
          <p:nvPr/>
        </p:nvSpPr>
        <p:spPr>
          <a:xfrm>
            <a:off x="5722070" y="111059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192.168.12.0/24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75F62B3F-9293-42DF-9398-1B9B09DF94D2}"/>
              </a:ext>
            </a:extLst>
          </p:cNvPr>
          <p:cNvSpPr/>
          <p:nvPr/>
        </p:nvSpPr>
        <p:spPr>
          <a:xfrm>
            <a:off x="5805736" y="1789519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7542B0C1-CFBB-4093-B01E-766A18DD6A12}"/>
              </a:ext>
            </a:extLst>
          </p:cNvPr>
          <p:cNvSpPr/>
          <p:nvPr/>
        </p:nvSpPr>
        <p:spPr>
          <a:xfrm>
            <a:off x="5027629" y="2470018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3AD8AF3D-6E10-4ED8-9384-DA1F4EF9D5E7}"/>
              </a:ext>
            </a:extLst>
          </p:cNvPr>
          <p:cNvSpPr/>
          <p:nvPr/>
        </p:nvSpPr>
        <p:spPr>
          <a:xfrm>
            <a:off x="7127838" y="175485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00AC7F58-2286-4505-9F64-FD2A9C43C7AF}"/>
              </a:ext>
            </a:extLst>
          </p:cNvPr>
          <p:cNvSpPr/>
          <p:nvPr/>
        </p:nvSpPr>
        <p:spPr>
          <a:xfrm>
            <a:off x="5043339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33D09A23-63C2-44AB-BD6E-B7D8024EE9D5}"/>
              </a:ext>
            </a:extLst>
          </p:cNvPr>
          <p:cNvSpPr/>
          <p:nvPr/>
        </p:nvSpPr>
        <p:spPr>
          <a:xfrm>
            <a:off x="5612482" y="4485735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.3</a:t>
            </a:r>
            <a:endParaRPr lang="he-IL" dirty="0"/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D68FA8FF-87CA-4E7F-B077-53C430246E6B}"/>
              </a:ext>
            </a:extLst>
          </p:cNvPr>
          <p:cNvSpPr/>
          <p:nvPr/>
        </p:nvSpPr>
        <p:spPr>
          <a:xfrm>
            <a:off x="7267672" y="4535274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43ADD612-DA9E-4A2B-80DD-ABB62EA6BA6D}"/>
              </a:ext>
            </a:extLst>
          </p:cNvPr>
          <p:cNvSpPr/>
          <p:nvPr/>
        </p:nvSpPr>
        <p:spPr>
          <a:xfrm>
            <a:off x="8154185" y="3880113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.4</a:t>
            </a:r>
            <a:endParaRPr lang="he-IL" dirty="0"/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AD8C2AD7-4FFA-41DF-891A-D690939D17CE}"/>
              </a:ext>
            </a:extLst>
          </p:cNvPr>
          <p:cNvSpPr/>
          <p:nvPr/>
        </p:nvSpPr>
        <p:spPr>
          <a:xfrm>
            <a:off x="7905549" y="2451849"/>
            <a:ext cx="443060" cy="3883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35" name="מלבן 34">
            <a:extLst>
              <a:ext uri="{FF2B5EF4-FFF2-40B4-BE49-F238E27FC236}">
                <a16:creationId xmlns:a16="http://schemas.microsoft.com/office/drawing/2014/main" id="{D4CEA42B-8214-4231-A6A1-168947470208}"/>
              </a:ext>
            </a:extLst>
          </p:cNvPr>
          <p:cNvSpPr/>
          <p:nvPr/>
        </p:nvSpPr>
        <p:spPr>
          <a:xfrm>
            <a:off x="8282137" y="2914528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192.168.24.0/24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6" name="מלבן 35">
            <a:extLst>
              <a:ext uri="{FF2B5EF4-FFF2-40B4-BE49-F238E27FC236}">
                <a16:creationId xmlns:a16="http://schemas.microsoft.com/office/drawing/2014/main" id="{FC54FAF1-F10E-48A6-BFFD-232F30558E7B}"/>
              </a:ext>
            </a:extLst>
          </p:cNvPr>
          <p:cNvSpPr/>
          <p:nvPr/>
        </p:nvSpPr>
        <p:spPr>
          <a:xfrm>
            <a:off x="5563187" y="5177945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192.168.34.0/24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7" name="מלבן 36">
            <a:extLst>
              <a:ext uri="{FF2B5EF4-FFF2-40B4-BE49-F238E27FC236}">
                <a16:creationId xmlns:a16="http://schemas.microsoft.com/office/drawing/2014/main" id="{DC9F03D9-80C5-4E80-A00A-26EA1154F629}"/>
              </a:ext>
            </a:extLst>
          </p:cNvPr>
          <p:cNvSpPr/>
          <p:nvPr/>
        </p:nvSpPr>
        <p:spPr>
          <a:xfrm>
            <a:off x="3579242" y="3187364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192.168.13.0/24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8" name="מלבן 37">
            <a:extLst>
              <a:ext uri="{FF2B5EF4-FFF2-40B4-BE49-F238E27FC236}">
                <a16:creationId xmlns:a16="http://schemas.microsoft.com/office/drawing/2014/main" id="{A2377A62-732B-4592-A617-28F635BFA754}"/>
              </a:ext>
            </a:extLst>
          </p:cNvPr>
          <p:cNvSpPr/>
          <p:nvPr/>
        </p:nvSpPr>
        <p:spPr>
          <a:xfrm>
            <a:off x="8660090" y="5352952"/>
            <a:ext cx="1786181" cy="572678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>
                <a:highlight>
                  <a:srgbClr val="000080"/>
                </a:highlight>
              </a:rPr>
              <a:t>192.168.4.0/24</a:t>
            </a:r>
            <a:endParaRPr lang="he-IL" dirty="0">
              <a:highlight>
                <a:srgbClr val="000080"/>
              </a:highlight>
            </a:endParaRPr>
          </a:p>
        </p:txBody>
      </p:sp>
      <p:sp>
        <p:nvSpPr>
          <p:cNvPr id="39" name="מלבן: פינות מעוגלות 38">
            <a:extLst>
              <a:ext uri="{FF2B5EF4-FFF2-40B4-BE49-F238E27FC236}">
                <a16:creationId xmlns:a16="http://schemas.microsoft.com/office/drawing/2014/main" id="{E9595C7C-B709-429E-A780-96276C58A8C4}"/>
              </a:ext>
            </a:extLst>
          </p:cNvPr>
          <p:cNvSpPr/>
          <p:nvPr/>
        </p:nvSpPr>
        <p:spPr>
          <a:xfrm>
            <a:off x="11010110" y="3506107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</a:t>
            </a:r>
            <a:endParaRPr lang="he-IL" dirty="0"/>
          </a:p>
        </p:txBody>
      </p:sp>
      <p:sp>
        <p:nvSpPr>
          <p:cNvPr id="40" name="מלבן: פינות מעוגלות 39">
            <a:extLst>
              <a:ext uri="{FF2B5EF4-FFF2-40B4-BE49-F238E27FC236}">
                <a16:creationId xmlns:a16="http://schemas.microsoft.com/office/drawing/2014/main" id="{9B451353-AED2-4D4E-A94B-C3A7D6E01CAE}"/>
              </a:ext>
            </a:extLst>
          </p:cNvPr>
          <p:cNvSpPr/>
          <p:nvPr/>
        </p:nvSpPr>
        <p:spPr>
          <a:xfrm>
            <a:off x="11272295" y="5574311"/>
            <a:ext cx="443060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.1</a:t>
            </a:r>
            <a:endParaRPr lang="he-IL" dirty="0"/>
          </a:p>
        </p:txBody>
      </p:sp>
      <p:sp>
        <p:nvSpPr>
          <p:cNvPr id="41" name="מלבן: פינות מעוגלות 40">
            <a:extLst>
              <a:ext uri="{FF2B5EF4-FFF2-40B4-BE49-F238E27FC236}">
                <a16:creationId xmlns:a16="http://schemas.microsoft.com/office/drawing/2014/main" id="{9B9D232D-8E08-430E-80D5-131FE7664BED}"/>
              </a:ext>
            </a:extLst>
          </p:cNvPr>
          <p:cNvSpPr/>
          <p:nvPr/>
        </p:nvSpPr>
        <p:spPr>
          <a:xfrm>
            <a:off x="8845485" y="4442409"/>
            <a:ext cx="772997" cy="50787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.254</a:t>
            </a:r>
            <a:endParaRPr lang="he-IL" dirty="0"/>
          </a:p>
        </p:txBody>
      </p:sp>
      <p:sp>
        <p:nvSpPr>
          <p:cNvPr id="42" name="מלבן 41">
            <a:extLst>
              <a:ext uri="{FF2B5EF4-FFF2-40B4-BE49-F238E27FC236}">
                <a16:creationId xmlns:a16="http://schemas.microsoft.com/office/drawing/2014/main" id="{32B187CD-43BC-4749-8059-4110D64993D4}"/>
              </a:ext>
            </a:extLst>
          </p:cNvPr>
          <p:cNvSpPr/>
          <p:nvPr/>
        </p:nvSpPr>
        <p:spPr>
          <a:xfrm>
            <a:off x="6128103" y="2402657"/>
            <a:ext cx="1221266" cy="246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G0/0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3" name="מלבן 42">
            <a:extLst>
              <a:ext uri="{FF2B5EF4-FFF2-40B4-BE49-F238E27FC236}">
                <a16:creationId xmlns:a16="http://schemas.microsoft.com/office/drawing/2014/main" id="{1C68455B-3983-4372-952D-AC78F96D52B5}"/>
              </a:ext>
            </a:extLst>
          </p:cNvPr>
          <p:cNvSpPr/>
          <p:nvPr/>
        </p:nvSpPr>
        <p:spPr>
          <a:xfrm>
            <a:off x="6062165" y="4308903"/>
            <a:ext cx="1221266" cy="24642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G0/0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4" name="מלבן 43">
            <a:extLst>
              <a:ext uri="{FF2B5EF4-FFF2-40B4-BE49-F238E27FC236}">
                <a16:creationId xmlns:a16="http://schemas.microsoft.com/office/drawing/2014/main" id="{4021248F-8E2D-4D70-B060-BF95270D5EBE}"/>
              </a:ext>
            </a:extLst>
          </p:cNvPr>
          <p:cNvSpPr/>
          <p:nvPr/>
        </p:nvSpPr>
        <p:spPr>
          <a:xfrm>
            <a:off x="5669135" y="2551704"/>
            <a:ext cx="171549" cy="147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G0/1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5" name="מלבן 44">
            <a:extLst>
              <a:ext uri="{FF2B5EF4-FFF2-40B4-BE49-F238E27FC236}">
                <a16:creationId xmlns:a16="http://schemas.microsoft.com/office/drawing/2014/main" id="{30730AC1-21A0-467E-8A8A-41285356181F}"/>
              </a:ext>
            </a:extLst>
          </p:cNvPr>
          <p:cNvSpPr/>
          <p:nvPr/>
        </p:nvSpPr>
        <p:spPr>
          <a:xfrm>
            <a:off x="7641743" y="2704187"/>
            <a:ext cx="171549" cy="14746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1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G0/1</a:t>
            </a:r>
            <a:endParaRPr lang="he-IL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46" name="מלבן 45">
            <a:extLst>
              <a:ext uri="{FF2B5EF4-FFF2-40B4-BE49-F238E27FC236}">
                <a16:creationId xmlns:a16="http://schemas.microsoft.com/office/drawing/2014/main" id="{9BD8DA4C-82BD-4D38-B24A-FA7FB89ABE8F}"/>
              </a:ext>
            </a:extLst>
          </p:cNvPr>
          <p:cNvSpPr/>
          <p:nvPr/>
        </p:nvSpPr>
        <p:spPr>
          <a:xfrm>
            <a:off x="2643631" y="1468247"/>
            <a:ext cx="2043650" cy="38661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47" name="מלבן 46">
            <a:extLst>
              <a:ext uri="{FF2B5EF4-FFF2-40B4-BE49-F238E27FC236}">
                <a16:creationId xmlns:a16="http://schemas.microsoft.com/office/drawing/2014/main" id="{57C476B2-6128-4094-B1B6-9AECAA6CCF2D}"/>
              </a:ext>
            </a:extLst>
          </p:cNvPr>
          <p:cNvSpPr/>
          <p:nvPr/>
        </p:nvSpPr>
        <p:spPr>
          <a:xfrm>
            <a:off x="8721260" y="3806126"/>
            <a:ext cx="1786182" cy="403833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G0/2</a:t>
            </a:r>
            <a:endParaRPr lang="he-IL" dirty="0"/>
          </a:p>
        </p:txBody>
      </p:sp>
      <p:sp>
        <p:nvSpPr>
          <p:cNvPr id="48" name="מלבן 47">
            <a:extLst>
              <a:ext uri="{FF2B5EF4-FFF2-40B4-BE49-F238E27FC236}">
                <a16:creationId xmlns:a16="http://schemas.microsoft.com/office/drawing/2014/main" id="{43FB6EDB-C229-48E8-B805-3CD5B96CF4FA}"/>
              </a:ext>
            </a:extLst>
          </p:cNvPr>
          <p:cNvSpPr/>
          <p:nvPr/>
        </p:nvSpPr>
        <p:spPr>
          <a:xfrm>
            <a:off x="9424551" y="4592605"/>
            <a:ext cx="1684448" cy="219728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b="1" u="sng" dirty="0"/>
              <a:t>P1</a:t>
            </a:r>
            <a:endParaRPr lang="he-IL" b="1" u="sng" dirty="0"/>
          </a:p>
          <a:p>
            <a:pPr algn="ctr"/>
            <a:r>
              <a:rPr lang="en-US" dirty="0" err="1"/>
              <a:t>srcIP</a:t>
            </a:r>
            <a:r>
              <a:rPr lang="en-US" dirty="0"/>
              <a:t> 192.168.1.1</a:t>
            </a:r>
          </a:p>
          <a:p>
            <a:pPr algn="ctr"/>
            <a:r>
              <a:rPr lang="en-US" dirty="0" err="1"/>
              <a:t>dstIP</a:t>
            </a:r>
            <a:r>
              <a:rPr lang="en-US" dirty="0"/>
              <a:t> 192.168.4.1</a:t>
            </a:r>
          </a:p>
          <a:p>
            <a:pPr algn="ctr"/>
            <a:r>
              <a:rPr lang="en-US" dirty="0" err="1"/>
              <a:t>Dst</a:t>
            </a:r>
            <a:r>
              <a:rPr lang="en-US" dirty="0"/>
              <a:t> mac 4.4.4.4</a:t>
            </a:r>
          </a:p>
          <a:p>
            <a:pPr algn="ctr"/>
            <a:r>
              <a:rPr lang="en-US" dirty="0" err="1"/>
              <a:t>Src</a:t>
            </a:r>
            <a:r>
              <a:rPr lang="en-US" dirty="0"/>
              <a:t> mac </a:t>
            </a:r>
            <a:r>
              <a:rPr lang="en-US" dirty="0" err="1"/>
              <a:t>h.h.h.h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64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</TotalTime>
  <Words>1375</Words>
  <Application>Microsoft Office PowerPoint</Application>
  <PresentationFormat>מסך רחב</PresentationFormat>
  <Paragraphs>507</Paragraphs>
  <Slides>20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IMOE001</dc:creator>
  <cp:lastModifiedBy>IMOE001</cp:lastModifiedBy>
  <cp:revision>28</cp:revision>
  <dcterms:created xsi:type="dcterms:W3CDTF">2023-02-15T10:52:13Z</dcterms:created>
  <dcterms:modified xsi:type="dcterms:W3CDTF">2023-02-16T06:31:01Z</dcterms:modified>
</cp:coreProperties>
</file>