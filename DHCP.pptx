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E7A4-3010-FB19-374A-AD9887CF1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7861B-AF41-46E5-1C77-F0388DFC4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36717-9B48-AF66-10CB-F2E5F102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E7AFD-ACAF-8DEC-B1AB-9FF5D581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A9162-36FF-D732-FBEC-C2853B18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8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C6EB-33D0-3F96-2109-8B9149EF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1F7DE-5704-0D30-5329-B21E15600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3968E-4023-D43C-3DB0-F1B6E5954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F3128-CA8A-3AED-6272-8101625B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6C04-F17F-AC7D-BFE9-AE960FB5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187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E505-F8B2-EF19-3490-617C7DB2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445FF-312F-8042-4FA7-B4F223E89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CCEAA-DB41-BB43-21FD-80164CA4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60CD-A9BA-E4EC-3505-2DE8F59B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9D3D5-ED3A-D694-53C8-B565F669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77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F6E3-6F3D-356F-8F21-21A6414A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E4A7-487D-23E5-802C-3EB0FAC28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65269-FB6F-85C8-E314-E91D1EA52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FC89B-A0D7-6768-3662-4F0741C9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24056-DE5E-339D-D096-16755612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26873-75E8-9CC1-1A80-EE4AED36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948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ECE9-D8B1-8945-9E20-75A6A1355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2120F-85AA-A1FB-E387-0ECED20FF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60E70-1297-44AC-1538-16FD8B32C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09213-1211-E0F2-D8CC-4AEA63601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EB861-2C90-1318-E78B-8051E09F6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A52A4-56AB-6647-D447-E7F87504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E4218-4845-7F07-C4EA-69B480F9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ABC54-0E0A-F83C-90C8-30C26E37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792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55DD-5522-D0C5-7D44-CA02041B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E5D9E-BA3E-662A-B909-9C6F5408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5976E-13B1-B2D5-C7BD-CDBC8EA2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3A6E8-A70D-5326-A352-6F5E0DCA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872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F604C-245D-EA83-1F67-082D6C86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872D49-C51E-584A-D91E-F0D2F195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7A1E4-0E9A-181C-B919-60BA8ACC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732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D852C-14DB-38E4-C702-48FBEA2A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6169C-2B35-D6B8-277D-25B249C30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32E09-BA9A-4BDB-0506-17BB36D26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208C0-2732-E5C1-8FCF-370507F41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1BDD5-1663-B396-482E-B3E71AB4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BC24B-3157-7938-6A8F-874E1195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512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A223-53E0-3E2B-19CA-270F3F5D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4ACB3-0165-7466-8733-680B80779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09436-B0EE-E59B-2BB0-C4118C579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4DA82-E3E4-FFC1-5DD9-255CD12E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104B0-EED1-2C13-1B85-A99339D7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C916C-555E-C098-E287-B9B2F591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892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812-ACB0-944F-BD57-8B6AF77E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4A4EF-CF60-B49D-39EB-CCB37A92D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EBDE8-76C6-51C5-D647-69131AA5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BE730-7F9B-7685-83A9-475A8A51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0692-31D1-07C7-CF3D-C15A9882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868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D4B1C-1572-259B-A381-366576070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D1B7B-9035-77E8-C818-BB50FE9B2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7A96-8BD1-28BA-E5F1-D51E5D82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CD5B1-9FD9-B912-983D-21345DB6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4DCE4-6536-8052-2F74-78233A8A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881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8A01D-E0E8-6564-5971-BAF451866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EEF9B-8A43-0AE3-58E0-B25E65976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84B18-1229-90B0-6E9B-17E3E6B33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E00AB-3502-4A07-AEB9-B7EE437123A1}" type="datetimeFigureOut">
              <a:rPr lang="en-IL" smtClean="0"/>
              <a:t>21/07/2024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175D-D029-C9C8-0891-10E62E1A9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AA214-BE4A-B6C9-119F-F8A4F54CD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C1CC6-4BA4-4E3E-9029-2D9DB95098F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06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58AA-1BB7-9360-59C9-E96D2E81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DHCP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9A5C-FDC7-360F-9488-85D7E95F2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26396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FE063-9C18-C7D0-4655-8BA3992A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שלבי פרוטוקול </a:t>
            </a:r>
            <a:r>
              <a:rPr lang="en-US" dirty="0"/>
              <a:t>DHCP</a:t>
            </a:r>
            <a:r>
              <a:rPr lang="he-IL" dirty="0"/>
              <a:t> - </a:t>
            </a:r>
            <a:r>
              <a:rPr lang="en-US" dirty="0"/>
              <a:t>DORA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BCAF-5C65-4AFC-51FC-7758F20DD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לפרוטוקול </a:t>
            </a:r>
            <a:r>
              <a:rPr lang="en-US" dirty="0" err="1"/>
              <a:t>dhcp</a:t>
            </a:r>
            <a:r>
              <a:rPr lang="he-IL" dirty="0"/>
              <a:t> יש 4 שלבים:</a:t>
            </a:r>
          </a:p>
          <a:p>
            <a:pPr algn="r" rtl="1"/>
            <a:r>
              <a:rPr lang="en-US" dirty="0"/>
              <a:t>Discover</a:t>
            </a:r>
          </a:p>
          <a:p>
            <a:pPr algn="r" rtl="1"/>
            <a:r>
              <a:rPr lang="en-US" dirty="0"/>
              <a:t>Offer</a:t>
            </a:r>
          </a:p>
          <a:p>
            <a:pPr algn="r" rtl="1"/>
            <a:r>
              <a:rPr lang="en-US" dirty="0"/>
              <a:t>Request</a:t>
            </a:r>
          </a:p>
          <a:p>
            <a:pPr algn="r" rtl="1"/>
            <a:r>
              <a:rPr lang="en-US" dirty="0"/>
              <a:t>Ack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7876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2BAB-31A7-255F-F542-6E03F308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שלבי </a:t>
            </a:r>
            <a:r>
              <a:rPr lang="en-US" dirty="0"/>
              <a:t>DHCP</a:t>
            </a:r>
            <a:r>
              <a:rPr lang="he-IL" dirty="0"/>
              <a:t> – </a:t>
            </a:r>
            <a:r>
              <a:rPr lang="en-US" dirty="0"/>
              <a:t>Discover	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D07D-FE25-4611-97B5-AEFDCAD1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נשלחת הודעה – "האם יש כאן שרת </a:t>
            </a:r>
            <a:r>
              <a:rPr lang="en-US" dirty="0"/>
              <a:t>DHCP</a:t>
            </a:r>
            <a:r>
              <a:rPr lang="he-IL" dirty="0"/>
              <a:t> שיכול להקצות לי כתובת </a:t>
            </a:r>
            <a:r>
              <a:rPr lang="en-US" dirty="0" err="1"/>
              <a:t>ip</a:t>
            </a:r>
            <a:r>
              <a:rPr lang="he-IL" dirty="0"/>
              <a:t>?"</a:t>
            </a:r>
          </a:p>
          <a:p>
            <a:pPr algn="r" rtl="1"/>
            <a:r>
              <a:rPr lang="he-IL" dirty="0"/>
              <a:t>כיון שלא ידוע ה </a:t>
            </a:r>
            <a:r>
              <a:rPr lang="en-US" dirty="0" err="1"/>
              <a:t>ip</a:t>
            </a:r>
            <a:r>
              <a:rPr lang="he-IL" dirty="0"/>
              <a:t> של השרת (כי לא ידוע אם יש שרת </a:t>
            </a:r>
            <a:r>
              <a:rPr lang="en-US" dirty="0" err="1"/>
              <a:t>dhcp</a:t>
            </a:r>
            <a:r>
              <a:rPr lang="he-IL" dirty="0"/>
              <a:t>), נשלחת הודעת ברודקאסט</a:t>
            </a:r>
          </a:p>
        </p:txBody>
      </p:sp>
    </p:spTree>
    <p:extLst>
      <p:ext uri="{BB962C8B-B14F-4D97-AF65-F5344CB8AC3E}">
        <p14:creationId xmlns:p14="http://schemas.microsoft.com/office/powerpoint/2010/main" val="297932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55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DHCP</vt:lpstr>
      <vt:lpstr>שלבי פרוטוקול DHCP - DORA</vt:lpstr>
      <vt:lpstr>שלבי DHCP – Discover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Tzadok</dc:creator>
  <cp:lastModifiedBy>Oren Tzadok</cp:lastModifiedBy>
  <cp:revision>3</cp:revision>
  <dcterms:created xsi:type="dcterms:W3CDTF">2024-07-21T11:25:13Z</dcterms:created>
  <dcterms:modified xsi:type="dcterms:W3CDTF">2024-07-21T12:54:05Z</dcterms:modified>
</cp:coreProperties>
</file>