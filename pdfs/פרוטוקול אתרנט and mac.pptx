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9FB8240-0BA8-45BC-B9D6-F3A08BA666E7}" type="datetimeFigureOut">
              <a:rPr lang="he-IL" smtClean="0"/>
              <a:t>כ"ו/תמוז/תשפ"ב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184CFF7-775A-4193-82F0-BB3E936D5D7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8611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F178826-F311-4C46-A639-824C95FF16D8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2558-B9E1-47AF-8CF3-CB204701643E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F9CC854-E0C2-4F3E-8291-B74524DC7809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B3D6-D686-42A0-B737-13FCB7A44C57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CAD31-FE26-40CD-93B6-86524309A01B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0F03-5510-452B-ADAC-4343CAAB0600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5350-4C1F-4440-B8D5-9196D54740F9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A7F7-FDF0-4F2E-8029-6880DF3903BD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B094-95AA-4FE7-B38C-F461B106FA22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8BEA-9CF0-465F-B40F-8FEF0B2FF85F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98342E-6BF6-4DF5-9780-840506CD82BD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F3F7E98-22FC-4FFF-9D5A-AF000038F0E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0876BEC-D66B-411F-81AA-E064E5327EC3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E737F-9637-4565-91F6-5DD5040C935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13823-EAF5-4507-983E-556DFB0C4610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219F5-5CA1-4130-B437-0F48B6EBBDB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99F3730-D000-4BFA-9F1D-AC9898972714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B1B51-9A8A-4B1C-86B4-6289763CF760}" type="datetime1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אלי אוחנה כל הזכויות שמורות 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99A48B-7561-4BCA-A1E0-217CCD489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503123"/>
            <a:ext cx="10290132" cy="2125378"/>
          </a:xfrm>
        </p:spPr>
        <p:txBody>
          <a:bodyPr>
            <a:normAutofit/>
          </a:bodyPr>
          <a:lstStyle/>
          <a:p>
            <a:r>
              <a:rPr lang="he-IL" sz="7200" dirty="0"/>
              <a:t>פרוטוקול </a:t>
            </a:r>
            <a:r>
              <a:rPr lang="en-US" sz="7200" dirty="0"/>
              <a:t>ethernet</a:t>
            </a:r>
            <a:endParaRPr lang="he-IL" sz="7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5DDECEA-DD87-40B5-B948-6AC370DA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21064"/>
            <a:ext cx="9448800" cy="1336232"/>
          </a:xfrm>
        </p:spPr>
        <p:txBody>
          <a:bodyPr>
            <a:normAutofit/>
          </a:bodyPr>
          <a:lstStyle/>
          <a:p>
            <a:r>
              <a:rPr lang="he-IL" sz="16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121598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ECF700-4427-40F4-B0B3-B1B5F6B6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פרוטוקול </a:t>
            </a:r>
            <a:r>
              <a:rPr lang="en-US" dirty="0"/>
              <a:t>ethernet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3FC016-45E9-4DD5-B6A8-DB6D998BA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פרוטוקול לתקשורת נתונים ברשתות מחשבים מקומיות </a:t>
            </a:r>
            <a:r>
              <a:rPr lang="en-US" dirty="0"/>
              <a:t>LAN</a:t>
            </a:r>
            <a:endParaRPr lang="he-IL" dirty="0"/>
          </a:p>
          <a:p>
            <a:r>
              <a:rPr lang="he-IL" dirty="0"/>
              <a:t>פרוטוקול זה מאפשר לרכיבים ברשת לתקשר ביניהם באמצעות כתובת ה </a:t>
            </a:r>
            <a:r>
              <a:rPr lang="en-US" dirty="0"/>
              <a:t>MAC</a:t>
            </a:r>
            <a:r>
              <a:rPr lang="he-IL" dirty="0"/>
              <a:t> </a:t>
            </a:r>
          </a:p>
          <a:p>
            <a:r>
              <a:rPr lang="he-IL" dirty="0"/>
              <a:t>הפרוטוקול ממומש  ב 2 שכבות </a:t>
            </a:r>
          </a:p>
          <a:p>
            <a:r>
              <a:rPr lang="he-IL" dirty="0"/>
              <a:t>השכבה הפיזית </a:t>
            </a:r>
          </a:p>
          <a:p>
            <a:r>
              <a:rPr lang="he-IL" dirty="0"/>
              <a:t>ושכבת הערוץ 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0716FBF-EAB9-40A7-8602-FC35A838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54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7B553D-1806-4E50-8ABE-7482D301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371" y="275771"/>
            <a:ext cx="9604829" cy="1436915"/>
          </a:xfrm>
        </p:spPr>
        <p:txBody>
          <a:bodyPr>
            <a:normAutofit/>
          </a:bodyPr>
          <a:lstStyle/>
          <a:p>
            <a:r>
              <a:rPr lang="he-IL" sz="3600" dirty="0"/>
              <a:t>כתובת </a:t>
            </a:r>
            <a:r>
              <a:rPr lang="en-US" sz="2800" dirty="0"/>
              <a:t>MAC </a:t>
            </a:r>
            <a:r>
              <a:rPr lang="he-IL" sz="2800" dirty="0"/>
              <a:t> -</a:t>
            </a:r>
            <a:r>
              <a:rPr lang="en-US" sz="2800" dirty="0"/>
              <a:t>Media Access Control  address</a:t>
            </a:r>
            <a:endParaRPr lang="he-IL" sz="36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31CA2E-F039-45E4-A72D-14E43D3DE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12686"/>
            <a:ext cx="10820400" cy="4505999"/>
          </a:xfrm>
        </p:spPr>
        <p:txBody>
          <a:bodyPr/>
          <a:lstStyle/>
          <a:p>
            <a:r>
              <a:rPr lang="he-IL" dirty="0"/>
              <a:t>נקראת גם כתובת פיזית</a:t>
            </a:r>
            <a:endParaRPr lang="en-US" dirty="0"/>
          </a:p>
          <a:p>
            <a:r>
              <a:rPr lang="he-IL" dirty="0"/>
              <a:t>כתובת </a:t>
            </a:r>
            <a:r>
              <a:rPr lang="en-US" dirty="0"/>
              <a:t>MAC </a:t>
            </a:r>
            <a:r>
              <a:rPr lang="he-IL" dirty="0"/>
              <a:t> שייכת לשכבה השנייה של מודל ה- </a:t>
            </a:r>
            <a:r>
              <a:rPr lang="en-US" dirty="0"/>
              <a:t>OSI</a:t>
            </a:r>
            <a:endParaRPr lang="he-IL" dirty="0"/>
          </a:p>
          <a:p>
            <a:r>
              <a:rPr lang="he-IL" dirty="0"/>
              <a:t>היא כתובת המשמשת לזיהוי ייחודי של  רכיבי רשת והיא מוטבעת עליהם בעת הייצור.</a:t>
            </a:r>
          </a:p>
          <a:p>
            <a:r>
              <a:rPr lang="he-IL" dirty="0"/>
              <a:t>כתובת </a:t>
            </a:r>
            <a:r>
              <a:rPr lang="en-US" dirty="0"/>
              <a:t>mac </a:t>
            </a:r>
            <a:r>
              <a:rPr lang="he-IL" dirty="0"/>
              <a:t> מורכבת מ 48 ביטים ו מ 12 ספרות הקסדצימליות (0-9)ו (</a:t>
            </a:r>
            <a:r>
              <a:rPr lang="en-US" dirty="0"/>
              <a:t>A-F</a:t>
            </a:r>
            <a:r>
              <a:rPr lang="he-IL" dirty="0"/>
              <a:t>)</a:t>
            </a:r>
            <a:endParaRPr lang="en-US" dirty="0"/>
          </a:p>
          <a:p>
            <a:r>
              <a:rPr lang="en-US" dirty="0"/>
              <a:t> 24  </a:t>
            </a:r>
            <a:r>
              <a:rPr lang="he-IL" dirty="0"/>
              <a:t>ביטים (6 תווים  הקסדצימלים מוקצים עיי הארגון</a:t>
            </a:r>
            <a:r>
              <a:rPr lang="en-US" dirty="0" err="1"/>
              <a:t>oui</a:t>
            </a:r>
            <a:r>
              <a:rPr lang="en-US" dirty="0"/>
              <a:t> </a:t>
            </a:r>
            <a:r>
              <a:rPr lang="he-IL" dirty="0"/>
              <a:t> )</a:t>
            </a:r>
          </a:p>
          <a:p>
            <a:r>
              <a:rPr lang="he-IL" dirty="0"/>
              <a:t>24  ביטים (6 תווים  הקסדצימלים מוקצים עיי היצרן )</a:t>
            </a:r>
          </a:p>
          <a:p>
            <a:r>
              <a:rPr lang="he-IL" dirty="0"/>
              <a:t>נהוג לציין כתובת פיזית ב 3 צורות עיקריות:</a:t>
            </a:r>
          </a:p>
          <a:p>
            <a:r>
              <a:rPr lang="he-IL" dirty="0"/>
              <a:t>6 זוגות הקסדצימליות המופרדות ע”י מקפים 00-0</a:t>
            </a:r>
            <a:r>
              <a:rPr lang="en-US" dirty="0"/>
              <a:t>E-A6-A7-63-F7.</a:t>
            </a:r>
          </a:p>
          <a:p>
            <a:r>
              <a:rPr lang="he-IL" dirty="0"/>
              <a:t>6 זוגות הקסדצימליות המופרדות ע”י נקודתיים 00:0</a:t>
            </a:r>
            <a:r>
              <a:rPr lang="en-US" dirty="0"/>
              <a:t>E:A6:A7:63:F7.</a:t>
            </a:r>
          </a:p>
          <a:p>
            <a:r>
              <a:rPr lang="he-IL" dirty="0"/>
              <a:t>דרך נוספת אך פחות נפוצה היא הפרדת 3 רביעיות ע”י נקודות 000</a:t>
            </a:r>
            <a:r>
              <a:rPr lang="en-US" dirty="0"/>
              <a:t>E.A6A7.63F7.</a:t>
            </a:r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9ED984B-8D4E-45B6-A06C-9F6AC657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9FD79B-97E9-4C81-8B8F-BB28DAED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מסגרת </a:t>
            </a:r>
            <a:r>
              <a:rPr lang="en-US" sz="3600" dirty="0"/>
              <a:t>ethernet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78DBDA-B019-4C8B-AF7C-B19F944EC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בתהליך הכימוס (אינקפסולציה ) בפרוטוקול </a:t>
            </a:r>
            <a:r>
              <a:rPr lang="en-US" dirty="0"/>
              <a:t>Ethernet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  נוצרת מסגרת מידע שמכילה מאפיינים כגון :</a:t>
            </a:r>
          </a:p>
          <a:p>
            <a:pPr marL="0" indent="0">
              <a:buNone/>
            </a:pPr>
            <a:r>
              <a:rPr lang="he-IL" dirty="0"/>
              <a:t>  שדות </a:t>
            </a:r>
            <a:r>
              <a:rPr lang="en-US" dirty="0"/>
              <a:t>,</a:t>
            </a:r>
            <a:r>
              <a:rPr lang="he-IL" dirty="0"/>
              <a:t> גודל כתובות ועוד...</a:t>
            </a:r>
          </a:p>
          <a:p>
            <a:pPr marL="0" indent="0">
              <a:buNone/>
            </a:pP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6F5E2ED-17F4-4500-A6CE-80C15C23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017736"/>
            <a:ext cx="11506200" cy="2338108"/>
          </a:xfrm>
          <a:prstGeom prst="rect">
            <a:avLst/>
          </a:prstGeo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D07465F-985F-4698-BA37-8A91EB63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5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2999C3-ED84-40EA-A6C7-E2196BC1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06401"/>
            <a:ext cx="8610600" cy="928914"/>
          </a:xfrm>
        </p:spPr>
        <p:txBody>
          <a:bodyPr/>
          <a:lstStyle/>
          <a:p>
            <a:r>
              <a:rPr lang="he-IL" dirty="0"/>
              <a:t>מבנה הפריים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534413C-046B-4652-BC6F-764F832D5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29" y="1335315"/>
            <a:ext cx="10820400" cy="5341256"/>
          </a:xfrm>
        </p:spPr>
        <p:txBody>
          <a:bodyPr/>
          <a:lstStyle/>
          <a:p>
            <a:r>
              <a:rPr lang="en-US" dirty="0"/>
              <a:t>Preamble </a:t>
            </a:r>
            <a:r>
              <a:rPr lang="he-IL" dirty="0"/>
              <a:t> - נקרא גם שדה מבוא (פתיח) שתפקידו לקבל סדרת סנכרון המתקבלת בתחילת </a:t>
            </a:r>
          </a:p>
          <a:p>
            <a:pPr marL="0" indent="0">
              <a:buNone/>
            </a:pPr>
            <a:r>
              <a:rPr lang="he-IL" dirty="0"/>
              <a:t>    המסגרת ומודיעה על קליטת מידע </a:t>
            </a:r>
          </a:p>
          <a:p>
            <a:pPr marL="0" indent="0">
              <a:buNone/>
            </a:pPr>
            <a:r>
              <a:rPr lang="he-IL" dirty="0"/>
              <a:t>    אורך השדה הוא 8</a:t>
            </a:r>
            <a:r>
              <a:rPr lang="en-US" dirty="0"/>
              <a:t>byte </a:t>
            </a:r>
            <a:r>
              <a:rPr lang="he-IL" dirty="0"/>
              <a:t> והוא מוצג כך :</a:t>
            </a:r>
          </a:p>
          <a:p>
            <a:pPr marL="0" indent="0">
              <a:buNone/>
            </a:pPr>
            <a:r>
              <a:rPr lang="he-IL" dirty="0"/>
              <a:t>    10101010101010101010101</a:t>
            </a:r>
            <a:r>
              <a:rPr lang="he-IL" sz="2400" b="1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he-IL" sz="2400" dirty="0">
                <a:solidFill>
                  <a:srgbClr val="FF0000"/>
                </a:solidFill>
              </a:rPr>
              <a:t>    </a:t>
            </a:r>
            <a:r>
              <a:rPr lang="he-IL" sz="2000" dirty="0"/>
              <a:t>בסוף השדה יופיע  1 אחרי 1 שמציין את סוף השדה</a:t>
            </a:r>
          </a:p>
          <a:p>
            <a:pPr marL="0" indent="0">
              <a:buNone/>
            </a:pPr>
            <a:r>
              <a:rPr lang="he-IL" sz="2000" dirty="0"/>
              <a:t>     ואז הרכיב יודע שאחרי הסיבית הזו  הוא מתחיל לקבל מידע </a:t>
            </a:r>
          </a:p>
          <a:p>
            <a:pPr marL="0" indent="0">
              <a:buNone/>
            </a:pPr>
            <a:endParaRPr lang="he-IL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2B891D83-3E52-47D6-B4CD-C875A128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3" y="4322536"/>
            <a:ext cx="10820399" cy="1976664"/>
          </a:xfrm>
          <a:prstGeom prst="rect">
            <a:avLst/>
          </a:prstGeom>
        </p:spPr>
      </p:pic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E455B54-4187-4A00-87BB-62980F81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3F52EB-7295-4253-9AD3-0FC38B49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הפריים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A5EDF7B-B1A4-46B1-B750-B16EF6B4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MAC Address</a:t>
            </a:r>
            <a:r>
              <a:rPr lang="he-IL" dirty="0"/>
              <a:t> – כתובת המקור של התחנה ממנה נשלח את מסגרת המידע</a:t>
            </a:r>
          </a:p>
          <a:p>
            <a:r>
              <a:rPr lang="he-IL" dirty="0"/>
              <a:t>אורך השדה הוא של 6</a:t>
            </a:r>
            <a:r>
              <a:rPr lang="en-US" dirty="0"/>
              <a:t>byte </a:t>
            </a:r>
            <a:endParaRPr lang="he-IL" dirty="0"/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C0B7EE8-2E7D-4354-AE90-F0094D67F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28" y="3692271"/>
            <a:ext cx="10969171" cy="2156985"/>
          </a:xfrm>
          <a:prstGeom prst="rect">
            <a:avLst/>
          </a:prstGeo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5085F5C-77CE-4D37-9441-85D91DDB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9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26A1CA-CEC0-401D-81BB-09B9863D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הפריים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F9CE5F-DF2C-4A26-8BC6-0563D6D55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Destination MAC Address</a:t>
            </a:r>
            <a:r>
              <a:rPr lang="he-IL" dirty="0"/>
              <a:t>- כתובת היעד של התחנה אליה נשדר את מסגרת המידע</a:t>
            </a:r>
          </a:p>
          <a:p>
            <a:r>
              <a:rPr lang="he-IL" dirty="0"/>
              <a:t>אורך השדה הוא</a:t>
            </a:r>
            <a:r>
              <a:rPr lang="en-US" dirty="0"/>
              <a:t>6 byte 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0B0EC7A-A492-4C2E-959E-73A19854A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6" y="3916135"/>
            <a:ext cx="11306629" cy="2177491"/>
          </a:xfrm>
          <a:prstGeom prst="rect">
            <a:avLst/>
          </a:prstGeo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0BB83DA-011A-459F-9BCD-CEBA9EA5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0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B885C7-5A59-4B4A-B6FC-84648B98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הפריים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F067227-520F-47F4-92B1-0CE9F040D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</a:t>
            </a:r>
            <a:r>
              <a:rPr lang="he-IL" dirty="0"/>
              <a:t> – שדה זה מציין את סוג הפרוטוקול </a:t>
            </a:r>
          </a:p>
          <a:p>
            <a:pPr marL="0" indent="0">
              <a:buNone/>
            </a:pPr>
            <a:r>
              <a:rPr lang="he-IL" dirty="0"/>
              <a:t>  גודל המידע בשדה זה הוא 2 </a:t>
            </a:r>
            <a:r>
              <a:rPr lang="en-US" dirty="0"/>
              <a:t>Byte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  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8EC64882-34DB-44DE-844B-7D6C3F040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446355"/>
              </p:ext>
            </p:extLst>
          </p:nvPr>
        </p:nvGraphicFramePr>
        <p:xfrm>
          <a:off x="7678056" y="3555999"/>
          <a:ext cx="3828144" cy="20900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14072">
                  <a:extLst>
                    <a:ext uri="{9D8B030D-6E8A-4147-A177-3AD203B41FA5}">
                      <a16:colId xmlns:a16="http://schemas.microsoft.com/office/drawing/2014/main" val="3162188950"/>
                    </a:ext>
                  </a:extLst>
                </a:gridCol>
                <a:gridCol w="1914072">
                  <a:extLst>
                    <a:ext uri="{9D8B030D-6E8A-4147-A177-3AD203B41FA5}">
                      <a16:colId xmlns:a16="http://schemas.microsoft.com/office/drawing/2014/main" val="2768017101"/>
                    </a:ext>
                  </a:extLst>
                </a:gridCol>
              </a:tblGrid>
              <a:tr h="52251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Ether Type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Protocol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282838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0X0800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dirty="0"/>
                        <a:t>IPv4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646944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0X0810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000" dirty="0"/>
                        <a:t>VLAN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06277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0X86DD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400" dirty="0"/>
                        <a:t>IPv6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730159"/>
                  </a:ext>
                </a:extLst>
              </a:tr>
            </a:tbl>
          </a:graphicData>
        </a:graphic>
      </p:graphicFrame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174BB2-3972-4D90-A3A8-17241854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7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7677A-AF0D-4F49-846F-65B523D0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הפריים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B4F2BD-7CB5-4CA6-AB5E-04AE0665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he-IL" dirty="0"/>
              <a:t>- שדה המידע שנשלח (</a:t>
            </a:r>
            <a:r>
              <a:rPr lang="en-US" dirty="0"/>
              <a:t>Payload</a:t>
            </a:r>
            <a:r>
              <a:rPr lang="he-IL" dirty="0"/>
              <a:t>)</a:t>
            </a:r>
          </a:p>
          <a:p>
            <a:pPr marL="0" indent="0">
              <a:buNone/>
            </a:pPr>
            <a:r>
              <a:rPr lang="he-IL" dirty="0"/>
              <a:t>  אורך השדה  מוגבל בגודלו וצריך להיות  בין 46 (מינימום) ועד 1500 (מקסימום) בתים </a:t>
            </a:r>
            <a:r>
              <a:rPr lang="en-US" dirty="0"/>
              <a:t>Byte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  אם יהיה לנו מידע שקטן מ 46 הפרוטוקול ישלים ל 46 מכוון שאם המידע יהיה מתחת ל 46 </a:t>
            </a:r>
          </a:p>
          <a:p>
            <a:pPr marL="0" indent="0">
              <a:buNone/>
            </a:pPr>
            <a:r>
              <a:rPr lang="he-IL" dirty="0"/>
              <a:t>  הרכיבים שאמורים לקלוט את המידע לא יבינו שמדובר על חבילה שמכילה מידע </a:t>
            </a:r>
          </a:p>
          <a:p>
            <a:pPr marL="0" indent="0">
              <a:buNone/>
            </a:pPr>
            <a:r>
              <a:rPr lang="he-IL" dirty="0"/>
              <a:t>  ויחשבו שמדובר על סיביות סרק  רעשים או הפרעות אלקטרומגנטיות על הכבל </a:t>
            </a:r>
          </a:p>
          <a:p>
            <a:pPr marL="0" indent="0">
              <a:buNone/>
            </a:pPr>
            <a:r>
              <a:rPr lang="he-IL" dirty="0"/>
              <a:t> המידע מוגבל ל 1500 על מנת להימנע מ דליי בקבלת המידע </a:t>
            </a:r>
          </a:p>
          <a:p>
            <a:pPr marL="0" indent="0">
              <a:buNone/>
            </a:pPr>
            <a:r>
              <a:rPr lang="he-IL" dirty="0"/>
              <a:t>  </a:t>
            </a:r>
          </a:p>
          <a:p>
            <a:pPr marL="0" indent="0">
              <a:buNone/>
            </a:pPr>
            <a:r>
              <a:rPr lang="en-US" dirty="0"/>
              <a:t>     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374022E-1E37-49B1-9490-17F7790AB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05830"/>
            <a:ext cx="10820400" cy="1596570"/>
          </a:xfrm>
          <a:prstGeom prst="rect">
            <a:avLst/>
          </a:prstGeo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B66FF4A-C61A-45E0-8299-B010E613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8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4C1B42-9FB3-4066-A246-C536B902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הפריים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A6AEE6-4BF5-42DC-8F24-BDB0DBD7E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FCS </a:t>
            </a:r>
            <a:r>
              <a:rPr lang="he-IL" dirty="0"/>
              <a:t> - שדה זה מכיל בתוכו מנגנון לבדיקת שגיאות </a:t>
            </a:r>
          </a:p>
          <a:p>
            <a:r>
              <a:rPr lang="he-IL" dirty="0"/>
              <a:t>הנקרא </a:t>
            </a:r>
            <a:r>
              <a:rPr lang="en-US" dirty="0"/>
              <a:t>CRC 32 </a:t>
            </a:r>
            <a:r>
              <a:rPr lang="he-IL" dirty="0"/>
              <a:t> אורך השדה הוא 4 </a:t>
            </a:r>
            <a:r>
              <a:rPr lang="en-US" dirty="0"/>
              <a:t>Byte</a:t>
            </a:r>
            <a:r>
              <a:rPr lang="he-IL" dirty="0"/>
              <a:t> </a:t>
            </a:r>
          </a:p>
          <a:p>
            <a:pPr marL="0" indent="0">
              <a:buNone/>
            </a:pPr>
            <a:r>
              <a:rPr lang="he-IL" dirty="0"/>
              <a:t>בבדיקת השגיאות שמתבצעת לאחר שליחת המסגרת </a:t>
            </a:r>
          </a:p>
          <a:p>
            <a:pPr marL="0" indent="0">
              <a:buNone/>
            </a:pPr>
            <a:r>
              <a:rPr lang="he-IL" dirty="0"/>
              <a:t>המנגנון  משווה את גודל המידע שהתקבל מול גודל המידע שנשלח</a:t>
            </a:r>
          </a:p>
          <a:p>
            <a:pPr marL="0" indent="0">
              <a:buNone/>
            </a:pPr>
            <a:r>
              <a:rPr lang="he-IL" dirty="0"/>
              <a:t>במידה ואין התאמה . תחנת המקור תקבל בקשה לשליחה חוזרת של המסגרת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5B43668-7263-4611-A095-00D61991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4699907"/>
            <a:ext cx="9811656" cy="1518778"/>
          </a:xfrm>
          <a:prstGeom prst="rect">
            <a:avLst/>
          </a:prstGeo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BC75430-6DB9-4689-93AB-B026495C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אלי אוחנה כל הזכויות שמורות 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47499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1537</TotalTime>
  <Words>502</Words>
  <Application>Microsoft Office PowerPoint</Application>
  <PresentationFormat>מסך רחב</PresentationFormat>
  <Paragraphs>72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שובל אדים</vt:lpstr>
      <vt:lpstr>פרוטוקול ethernet</vt:lpstr>
      <vt:lpstr>פרוטוקול ethernet</vt:lpstr>
      <vt:lpstr>כתובת MAC  -Media Access Control  address</vt:lpstr>
      <vt:lpstr>מסגרת ethernet</vt:lpstr>
      <vt:lpstr>מבנה הפריים</vt:lpstr>
      <vt:lpstr>מבנה הפריים</vt:lpstr>
      <vt:lpstr>מבנה הפריים</vt:lpstr>
      <vt:lpstr>מבנה הפריים</vt:lpstr>
      <vt:lpstr>מבנה הפריים</vt:lpstr>
      <vt:lpstr>מבנה הפריים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פרוטוקול ethernet</dc:title>
  <dc:creator>eli</dc:creator>
  <cp:lastModifiedBy>eli</cp:lastModifiedBy>
  <cp:revision>29</cp:revision>
  <dcterms:created xsi:type="dcterms:W3CDTF">2022-04-29T18:59:41Z</dcterms:created>
  <dcterms:modified xsi:type="dcterms:W3CDTF">2022-07-25T17:59:44Z</dcterms:modified>
</cp:coreProperties>
</file>