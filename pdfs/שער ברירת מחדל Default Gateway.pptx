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00B5F60-9F66-4B1D-A11A-06A4E12A6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B51C98B-2B51-411A-A4F4-81ACA53241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8720" y="4696691"/>
            <a:ext cx="9448800" cy="219826"/>
          </a:xfrm>
        </p:spPr>
        <p:txBody>
          <a:bodyPr>
            <a:normAutofit fontScale="55000" lnSpcReduction="20000"/>
          </a:bodyPr>
          <a:lstStyle/>
          <a:p>
            <a:r>
              <a:rPr lang="he-IL" dirty="0"/>
              <a:t>מרצה: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285939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08B6EE-C397-41F0-9D22-CDC21EF4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055AECD-5F16-4DDF-AA89-01AAC4183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הדרך שבה מארח מעביר הודעה ליעד ברשת רחוקה, שונה מהדרך בה מעביר הודעה ברשת מקומית.</a:t>
            </a:r>
          </a:p>
        </p:txBody>
      </p:sp>
    </p:spTree>
    <p:extLst>
      <p:ext uri="{BB962C8B-B14F-4D97-AF65-F5344CB8AC3E}">
        <p14:creationId xmlns:p14="http://schemas.microsoft.com/office/powerpoint/2010/main" val="3639504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69D0EB-1080-4081-9D0D-88CC7ABB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4F1D9F7-8BE3-4E21-85C1-97B7D133E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כדי להעביר הודעה ברשת מקומית. המארח מעביר את ההודעה ישירות: המארח ישתמש ב- </a:t>
            </a:r>
            <a:r>
              <a:rPr lang="en-US" dirty="0"/>
              <a:t>ARP </a:t>
            </a:r>
            <a:r>
              <a:rPr lang="he-IL" dirty="0"/>
              <a:t>כדי לגלות את כתובת ה- </a:t>
            </a:r>
            <a:r>
              <a:rPr lang="en-US" dirty="0"/>
              <a:t>MAC </a:t>
            </a:r>
            <a:r>
              <a:rPr lang="he-IL" dirty="0"/>
              <a:t>של היעד. יכלול את כתובת ה- </a:t>
            </a:r>
            <a:r>
              <a:rPr lang="en-US" dirty="0"/>
              <a:t>IP </a:t>
            </a:r>
            <a:r>
              <a:rPr lang="he-IL" dirty="0"/>
              <a:t>של היעד בחבילה, "יארוז" את החבילה בתוך מסגרת המכילה את כתובת ה- </a:t>
            </a:r>
            <a:r>
              <a:rPr lang="en-US" dirty="0"/>
              <a:t>MAC </a:t>
            </a:r>
            <a:r>
              <a:rPr lang="he-IL" dirty="0"/>
              <a:t>של היעד, וישלח אותה.</a:t>
            </a:r>
          </a:p>
        </p:txBody>
      </p:sp>
    </p:spTree>
    <p:extLst>
      <p:ext uri="{BB962C8B-B14F-4D97-AF65-F5344CB8AC3E}">
        <p14:creationId xmlns:p14="http://schemas.microsoft.com/office/powerpoint/2010/main" val="232827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AB0EE0-A33C-4CCF-ABE9-202C7CA9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2846541-B141-4EF9-BDD3-BF7458391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לעומת זאת, כאשר מארח רוצה לשלוח הודעה לרשת מרוחקת. הוא חייב להשתמש </a:t>
            </a:r>
            <a:r>
              <a:rPr lang="he-IL" dirty="0" err="1"/>
              <a:t>בראוטר</a:t>
            </a:r>
            <a:r>
              <a:rPr lang="he-IL" dirty="0"/>
              <a:t> (נתב).</a:t>
            </a:r>
          </a:p>
        </p:txBody>
      </p:sp>
    </p:spTree>
    <p:extLst>
      <p:ext uri="{BB962C8B-B14F-4D97-AF65-F5344CB8AC3E}">
        <p14:creationId xmlns:p14="http://schemas.microsoft.com/office/powerpoint/2010/main" val="109344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DEC6EA-0026-4F14-83C2-7434FCF3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1111C5-4737-482D-ABBF-C1D5DF18B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המארח כולל את כתובת ה- </a:t>
            </a:r>
            <a:r>
              <a:rPr lang="en-US" dirty="0"/>
              <a:t>IP </a:t>
            </a:r>
            <a:r>
              <a:rPr lang="he-IL" dirty="0"/>
              <a:t>של היעד הסופי בתוך "החבילה", "אורז" את החבילה בתוך מסגרת. אך משתמש בכתובת ה- </a:t>
            </a:r>
            <a:r>
              <a:rPr lang="en-US" dirty="0"/>
              <a:t>MAC </a:t>
            </a:r>
            <a:r>
              <a:rPr lang="he-IL" dirty="0"/>
              <a:t>של הראוטר, ככתובת יעד למסגרת. בדרך זו הראוטר מקבל את המסגרת המבוססת על כתובת ה- </a:t>
            </a:r>
            <a:r>
              <a:rPr lang="en-US" dirty="0"/>
              <a:t>MAC.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23505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080C14-A30F-4FC2-8D0E-CEE11C68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47C8ED5-3EF0-437C-AC33-97DEF5D84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כיצד המחשב השולח יודע את כתובת ה- </a:t>
            </a:r>
            <a:r>
              <a:rPr lang="en-US" dirty="0"/>
              <a:t>MAC </a:t>
            </a:r>
            <a:r>
              <a:rPr lang="he-IL" dirty="0"/>
              <a:t> של הראוטר?</a:t>
            </a:r>
          </a:p>
          <a:p>
            <a:r>
              <a:rPr lang="he-IL" dirty="0"/>
              <a:t>כל מארח ברשת אמור לדעת את כתובת ה-</a:t>
            </a:r>
            <a:r>
              <a:rPr lang="en-US" dirty="0"/>
              <a:t>IP </a:t>
            </a:r>
            <a:r>
              <a:rPr lang="he-IL" dirty="0"/>
              <a:t>של הראוטר – כתובת זו נקראת: "שער ברירת המחדל" או </a:t>
            </a:r>
            <a:r>
              <a:rPr lang="en-US" dirty="0"/>
              <a:t>Default Gateway, </a:t>
            </a:r>
            <a:r>
              <a:rPr lang="he-IL" dirty="0"/>
              <a:t>כתובת זו נמצאת בהגדרות</a:t>
            </a:r>
            <a:r>
              <a:rPr lang="en-US" dirty="0"/>
              <a:t>TCP/IP 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5981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9A125FC-4937-4E36-AB06-7E14CE67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89EF11A-0DA7-4526-A11B-3C6EF05BE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כל המארחים באותה רשת מקומית, משתמשים באותה כתובת </a:t>
            </a:r>
            <a:r>
              <a:rPr lang="en-US" dirty="0"/>
              <a:t>Default Gateway </a:t>
            </a:r>
            <a:r>
              <a:rPr lang="he-IL" dirty="0"/>
              <a:t> כדי לשלוח הודעה לראוטר.  </a:t>
            </a:r>
            <a:r>
              <a:rPr lang="en-US" dirty="0"/>
              <a:t>Default Gateway </a:t>
            </a:r>
            <a:r>
              <a:rPr lang="he-IL" dirty="0"/>
              <a:t>זוהי כתובת ה- </a:t>
            </a:r>
            <a:r>
              <a:rPr lang="en-US" dirty="0"/>
              <a:t>IP </a:t>
            </a:r>
            <a:r>
              <a:rPr lang="he-IL" dirty="0"/>
              <a:t>של הנתב (באותה הרשת של המארחים). ברגע שמארח יודע את כתובת ה-</a:t>
            </a:r>
            <a:r>
              <a:rPr lang="en-US" dirty="0"/>
              <a:t>IP </a:t>
            </a:r>
            <a:r>
              <a:rPr lang="he-IL" dirty="0"/>
              <a:t>של הראוטר. הוא יכול להשתמש בפרוטוקול </a:t>
            </a:r>
            <a:r>
              <a:rPr lang="en-US" dirty="0"/>
              <a:t>ARP </a:t>
            </a:r>
            <a:r>
              <a:rPr lang="he-IL" dirty="0"/>
              <a:t>כדי למצוא את כתובת ה- </a:t>
            </a:r>
            <a:r>
              <a:rPr lang="en-US" dirty="0"/>
              <a:t>MAC </a:t>
            </a:r>
            <a:r>
              <a:rPr lang="he-IL" dirty="0"/>
              <a:t> של הראוטר.</a:t>
            </a:r>
          </a:p>
          <a:p>
            <a:r>
              <a:rPr lang="he-IL" dirty="0"/>
              <a:t>לבסוף, כתובת ה- </a:t>
            </a:r>
            <a:r>
              <a:rPr lang="en-US" dirty="0"/>
              <a:t> MAC </a:t>
            </a:r>
            <a:r>
              <a:rPr lang="he-IL" dirty="0"/>
              <a:t>של הראוטר מוכנסת לתוך המסגרת הנשלחת לרשת אחרת.</a:t>
            </a:r>
          </a:p>
        </p:txBody>
      </p:sp>
    </p:spTree>
    <p:extLst>
      <p:ext uri="{BB962C8B-B14F-4D97-AF65-F5344CB8AC3E}">
        <p14:creationId xmlns:p14="http://schemas.microsoft.com/office/powerpoint/2010/main" val="941948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EF449D-478C-4B75-B019-7118D37E5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C18E4BA-DA2F-4EFF-8255-13EAD778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בדרך כלל מקובל שכתובת ה- </a:t>
            </a:r>
            <a:r>
              <a:rPr lang="en-US" dirty="0"/>
              <a:t>Default Gateway </a:t>
            </a:r>
            <a:r>
              <a:rPr lang="he-IL" dirty="0"/>
              <a:t> או בעצם כתובת האייפי של ממשק הנתב המחובר לרשת שלנו) היא הכתובת הראשונה המותרת ברשת, או הכתובת האחרונה המותרת ברשת, אך למעשה כל כתובת הנמצאת ברשת חוקית.</a:t>
            </a:r>
          </a:p>
        </p:txBody>
      </p:sp>
    </p:spTree>
    <p:extLst>
      <p:ext uri="{BB962C8B-B14F-4D97-AF65-F5344CB8AC3E}">
        <p14:creationId xmlns:p14="http://schemas.microsoft.com/office/powerpoint/2010/main" val="262087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805CCD-8608-438B-A095-3B852CB6D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b="1" dirty="0"/>
              <a:t>שער ברירת מחדל </a:t>
            </a:r>
            <a:r>
              <a:rPr lang="en-US" b="1" dirty="0"/>
              <a:t>Default Gateway</a:t>
            </a:r>
            <a:endParaRPr lang="he-IL" b="1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D95355-F0C2-4C27-A59A-908D93DDB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חשוב, שכתובת זו</a:t>
            </a:r>
            <a:r>
              <a:rPr lang="en-US" dirty="0"/>
              <a:t>Default Gateway) </a:t>
            </a:r>
            <a:r>
              <a:rPr lang="he-IL" dirty="0"/>
              <a:t>תוכנס בצורה נכונה לכל מארח ברשת המקומית. במידה והכתובת לא תופיע או שלא תהיה נכונה בהגדרות ה- </a:t>
            </a:r>
            <a:r>
              <a:rPr lang="en-US" dirty="0"/>
              <a:t> TCP/IP. </a:t>
            </a:r>
            <a:r>
              <a:rPr lang="he-IL" dirty="0"/>
              <a:t>הודעות אשר יישלחו לרשתות אחרות לא יעברו.</a:t>
            </a:r>
          </a:p>
          <a:p>
            <a:r>
              <a:rPr lang="he-IL" dirty="0"/>
              <a:t>ה- </a:t>
            </a:r>
            <a:r>
              <a:rPr lang="en-US" dirty="0"/>
              <a:t>Default Gateway </a:t>
            </a:r>
            <a:r>
              <a:rPr lang="he-IL" dirty="0"/>
              <a:t> היא כתובת שער ברירת המחדל – זו הכתובת של הנתב </a:t>
            </a:r>
            <a:r>
              <a:rPr lang="en-US" dirty="0"/>
              <a:t>router) </a:t>
            </a:r>
            <a:r>
              <a:rPr lang="he-IL" dirty="0"/>
              <a:t>המשמשת ליציאה החוצה אל רשת אחרת.</a:t>
            </a:r>
          </a:p>
        </p:txBody>
      </p:sp>
    </p:spTree>
    <p:extLst>
      <p:ext uri="{BB962C8B-B14F-4D97-AF65-F5344CB8AC3E}">
        <p14:creationId xmlns:p14="http://schemas.microsoft.com/office/powerpoint/2010/main" val="972608100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12</TotalTime>
  <Words>390</Words>
  <Application>Microsoft Office PowerPoint</Application>
  <PresentationFormat>מסך רחב</PresentationFormat>
  <Paragraphs>21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Times New Roman</vt:lpstr>
      <vt:lpstr>שובל אדים</vt:lpstr>
      <vt:lpstr>שער ברירת מחדל Default Gateway</vt:lpstr>
      <vt:lpstr>שער ברירת מחדל Default Gateway</vt:lpstr>
      <vt:lpstr>שער ברירת מחדל Default Gateway</vt:lpstr>
      <vt:lpstr>שער ברירת מחדל Default Gateway</vt:lpstr>
      <vt:lpstr>שער ברירת מחדל Default Gateway</vt:lpstr>
      <vt:lpstr>שער ברירת מחדל Default Gateway</vt:lpstr>
      <vt:lpstr>שער ברירת מחדל Default Gateway</vt:lpstr>
      <vt:lpstr>שער ברירת מחדל Default Gateway</vt:lpstr>
      <vt:lpstr>שער ברירת מחדל Default Gateway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שער ברירת מחדל Default Gateway</dc:title>
  <dc:creator>eli</dc:creator>
  <cp:lastModifiedBy>eli</cp:lastModifiedBy>
  <cp:revision>3</cp:revision>
  <dcterms:created xsi:type="dcterms:W3CDTF">2022-05-10T08:56:41Z</dcterms:created>
  <dcterms:modified xsi:type="dcterms:W3CDTF">2022-05-10T09:08:41Z</dcterms:modified>
</cp:coreProperties>
</file>