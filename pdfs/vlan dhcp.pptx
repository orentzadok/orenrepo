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6/20/2022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6/20/2022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6/20/2022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674AF1-5878-4FF1-A4AB-02A70D82ED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Vlan dhcp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314B8EB-8CF8-47DE-AD66-E5184B459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9309" y="4588164"/>
            <a:ext cx="9448800" cy="685800"/>
          </a:xfrm>
        </p:spPr>
        <p:txBody>
          <a:bodyPr>
            <a:normAutofit/>
          </a:bodyPr>
          <a:lstStyle/>
          <a:p>
            <a:r>
              <a:rPr lang="he-IL" sz="1800" dirty="0"/>
              <a:t>מרצה : אלי אוחנה</a:t>
            </a:r>
          </a:p>
        </p:txBody>
      </p:sp>
    </p:spTree>
    <p:extLst>
      <p:ext uri="{BB962C8B-B14F-4D97-AF65-F5344CB8AC3E}">
        <p14:creationId xmlns:p14="http://schemas.microsoft.com/office/powerpoint/2010/main" val="3582385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FEB6EC3-8A0F-42AF-96E1-CDD5CC1D8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2000" dirty="0"/>
              <a:t>הקימו רשת בטופולוגיה זו </a:t>
            </a:r>
            <a:br>
              <a:rPr lang="he-IL" sz="2000" dirty="0"/>
            </a:br>
            <a:r>
              <a:rPr lang="he-IL" sz="2000" dirty="0"/>
              <a:t>צרו </a:t>
            </a:r>
            <a:r>
              <a:rPr lang="he-IL" sz="2000" dirty="0" err="1"/>
              <a:t>וילאנים</a:t>
            </a:r>
            <a:r>
              <a:rPr lang="he-IL" sz="2000" dirty="0"/>
              <a:t> </a:t>
            </a:r>
            <a:r>
              <a:rPr lang="he-IL" sz="2000" dirty="0" err="1"/>
              <a:t>בסוייץ</a:t>
            </a:r>
            <a:r>
              <a:rPr lang="he-IL" sz="2000" dirty="0"/>
              <a:t> 10 ו 20</a:t>
            </a:r>
            <a:br>
              <a:rPr lang="he-IL" sz="2000" dirty="0"/>
            </a:br>
            <a:r>
              <a:rPr lang="he-IL" sz="2000" dirty="0"/>
              <a:t>ושייכו את הממשקים בהתאם </a:t>
            </a:r>
            <a:br>
              <a:rPr lang="he-IL" sz="2000" dirty="0"/>
            </a:br>
            <a:r>
              <a:rPr lang="en-US" sz="1800" dirty="0"/>
              <a:t>trunk fa/07</a:t>
            </a:r>
            <a:endParaRPr lang="he-IL" sz="2000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061AC926-A48E-4FB3-A403-9EE07A43C1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9125" y="2324631"/>
            <a:ext cx="11059064" cy="3762900"/>
          </a:xfrm>
        </p:spPr>
      </p:pic>
    </p:spTree>
    <p:extLst>
      <p:ext uri="{BB962C8B-B14F-4D97-AF65-F5344CB8AC3E}">
        <p14:creationId xmlns:p14="http://schemas.microsoft.com/office/powerpoint/2010/main" val="1827332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D8DDD0C-9F54-4E7E-BEA0-D449D468C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הדלקת ממשק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B58DAF0-1F0A-471B-8FEF-EA7474018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interface </a:t>
            </a:r>
            <a:r>
              <a:rPr lang="en-US" dirty="0" err="1"/>
              <a:t>fastEthernet</a:t>
            </a:r>
            <a:r>
              <a:rPr lang="en-US" dirty="0"/>
              <a:t> 0/0</a:t>
            </a:r>
            <a:endParaRPr lang="he-IL" dirty="0"/>
          </a:p>
          <a:p>
            <a:pPr marL="0" indent="0" algn="l">
              <a:buNone/>
            </a:pPr>
            <a:r>
              <a:rPr lang="en-US" dirty="0"/>
              <a:t>Router(config-if)#no shutdown </a:t>
            </a:r>
            <a:endParaRPr lang="he-IL" dirty="0"/>
          </a:p>
          <a:p>
            <a:pPr marL="0" indent="0" algn="l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8909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8D48A00-919A-42DB-BC44-FC2E6AF41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יצירת סאב אינטרפייס וכימוס ל וילאן 10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CFDF670-ECDB-4A8E-AD82-DA037AF0C1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Router(config)#interface </a:t>
            </a:r>
            <a:r>
              <a:rPr lang="en-US" dirty="0" err="1"/>
              <a:t>fastEthernet</a:t>
            </a:r>
            <a:r>
              <a:rPr lang="en-US" dirty="0"/>
              <a:t> 0/0.10</a:t>
            </a:r>
            <a:endParaRPr lang="he-IL" dirty="0"/>
          </a:p>
          <a:p>
            <a:pPr marL="0" indent="0" algn="l">
              <a:buNone/>
            </a:pPr>
            <a:r>
              <a:rPr lang="fr-FR" dirty="0"/>
              <a:t>Router(config-</a:t>
            </a:r>
            <a:r>
              <a:rPr lang="fr-FR" dirty="0" err="1"/>
              <a:t>subif</a:t>
            </a:r>
            <a:r>
              <a:rPr lang="fr-FR" dirty="0"/>
              <a:t>)#encapsulation dot1Q 10</a:t>
            </a:r>
            <a:endParaRPr lang="he-IL" dirty="0"/>
          </a:p>
          <a:p>
            <a:pPr marL="0" indent="0" algn="l">
              <a:buNone/>
            </a:pPr>
            <a:r>
              <a:rPr lang="en-US" dirty="0"/>
              <a:t>Router(config-</a:t>
            </a:r>
            <a:r>
              <a:rPr lang="en-US" dirty="0" err="1"/>
              <a:t>subif</a:t>
            </a:r>
            <a:r>
              <a:rPr lang="en-US" dirty="0"/>
              <a:t>)#ip address 192.168.10.1 255.255.255.0</a:t>
            </a:r>
            <a:endParaRPr lang="he-IL" dirty="0"/>
          </a:p>
          <a:p>
            <a:pPr marL="0" indent="0" algn="l">
              <a:buNone/>
            </a:pPr>
            <a:r>
              <a:rPr lang="en-US" dirty="0"/>
              <a:t>exit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55159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D51222B-546D-4560-823C-4F1F1413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יצירת סאב אינטרפייס וכימוס ל וילאן 20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FB8AAED-6DC3-4FEB-95F9-949E320B1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Router(config-</a:t>
            </a:r>
            <a:r>
              <a:rPr lang="en-US" dirty="0" err="1"/>
              <a:t>subif</a:t>
            </a:r>
            <a:r>
              <a:rPr lang="en-US" dirty="0"/>
              <a:t>)#interface </a:t>
            </a:r>
            <a:r>
              <a:rPr lang="en-US" dirty="0" err="1"/>
              <a:t>fastEthernet</a:t>
            </a:r>
            <a:r>
              <a:rPr lang="en-US" dirty="0"/>
              <a:t> 0/0.20</a:t>
            </a:r>
          </a:p>
          <a:p>
            <a:pPr marL="0" indent="0" algn="l">
              <a:buNone/>
            </a:pPr>
            <a:r>
              <a:rPr lang="fr-FR" dirty="0"/>
              <a:t>Router(config-</a:t>
            </a:r>
            <a:r>
              <a:rPr lang="fr-FR" dirty="0" err="1"/>
              <a:t>subif</a:t>
            </a:r>
            <a:r>
              <a:rPr lang="fr-FR" dirty="0"/>
              <a:t>)#encapsulation dot1Q 20</a:t>
            </a:r>
          </a:p>
          <a:p>
            <a:pPr marL="0" indent="0" algn="l">
              <a:buNone/>
            </a:pPr>
            <a:r>
              <a:rPr lang="en-US" dirty="0"/>
              <a:t>Router(config-</a:t>
            </a:r>
            <a:r>
              <a:rPr lang="en-US" dirty="0" err="1"/>
              <a:t>subif</a:t>
            </a:r>
            <a:r>
              <a:rPr lang="en-US" dirty="0"/>
              <a:t>)#ip address 192.168.20.1 255.255.255.0</a:t>
            </a:r>
          </a:p>
          <a:p>
            <a:pPr marL="0" indent="0" algn="l">
              <a:buNone/>
            </a:pPr>
            <a:r>
              <a:rPr lang="en-US" dirty="0"/>
              <a:t>Router(config-</a:t>
            </a:r>
            <a:r>
              <a:rPr lang="en-US" dirty="0" err="1"/>
              <a:t>subif</a:t>
            </a:r>
            <a:r>
              <a:rPr lang="en-US" dirty="0"/>
              <a:t>)#exit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76162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AEEC5DA-4523-467D-8545-B05592BB8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vlan 10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047799E-3D78-4055-8B64-F2D92B894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Router(config)#ip dhcp pool vlan10</a:t>
            </a:r>
          </a:p>
          <a:p>
            <a:pPr marL="0" indent="0" algn="l">
              <a:buNone/>
            </a:pPr>
            <a:r>
              <a:rPr lang="en-US" dirty="0"/>
              <a:t>Router(</a:t>
            </a:r>
            <a:r>
              <a:rPr lang="en-US" dirty="0" err="1"/>
              <a:t>dhcp</a:t>
            </a:r>
            <a:r>
              <a:rPr lang="en-US" dirty="0"/>
              <a:t>-config)#network 192.168.10.0 255.255.255.0</a:t>
            </a:r>
          </a:p>
          <a:p>
            <a:pPr marL="0" indent="0" algn="l">
              <a:buNone/>
            </a:pPr>
            <a:r>
              <a:rPr lang="en-US" dirty="0"/>
              <a:t>Router(</a:t>
            </a:r>
            <a:r>
              <a:rPr lang="en-US" dirty="0" err="1"/>
              <a:t>dhcp</a:t>
            </a:r>
            <a:r>
              <a:rPr lang="en-US" dirty="0"/>
              <a:t>-config)#default-router 192.168.10.1</a:t>
            </a:r>
          </a:p>
          <a:p>
            <a:pPr marL="0" indent="0" algn="l">
              <a:buNone/>
            </a:pPr>
            <a:r>
              <a:rPr lang="en-US" dirty="0"/>
              <a:t>Router(</a:t>
            </a:r>
            <a:r>
              <a:rPr lang="en-US" dirty="0" err="1"/>
              <a:t>dhcp</a:t>
            </a:r>
            <a:r>
              <a:rPr lang="en-US" dirty="0"/>
              <a:t>-config)#</a:t>
            </a:r>
            <a:r>
              <a:rPr lang="en-US" dirty="0" err="1"/>
              <a:t>dns</a:t>
            </a:r>
            <a:r>
              <a:rPr lang="en-US" dirty="0"/>
              <a:t>-server 8.8.8.8</a:t>
            </a:r>
            <a:endParaRPr lang="he-IL" dirty="0"/>
          </a:p>
          <a:p>
            <a:pPr marL="0" indent="0" algn="l">
              <a:buNone/>
            </a:pPr>
            <a:r>
              <a:rPr lang="en-US" dirty="0"/>
              <a:t>Exit</a:t>
            </a:r>
          </a:p>
          <a:p>
            <a:pPr marL="0" indent="0" algn="l">
              <a:buNone/>
            </a:pPr>
            <a:r>
              <a:rPr lang="en-US" dirty="0"/>
              <a:t>Router(config)#ip dhcp excluded-address 192.168.10.1</a:t>
            </a:r>
            <a:endParaRPr lang="he-IL" dirty="0"/>
          </a:p>
          <a:p>
            <a:pPr marL="0" indent="0" algn="l">
              <a:buNone/>
            </a:pPr>
            <a:r>
              <a:rPr lang="en-US" dirty="0"/>
              <a:t>Router(config)#ip dhcp excluded-address 192.168.10.2</a:t>
            </a:r>
          </a:p>
          <a:p>
            <a:pPr marL="0" indent="0" algn="l">
              <a:buNone/>
            </a:pPr>
            <a:r>
              <a:rPr lang="en-US" dirty="0"/>
              <a:t>Router(config)#ip dhcp excluded-address 192.168.10.3</a:t>
            </a:r>
            <a:endParaRPr lang="he-IL" dirty="0"/>
          </a:p>
          <a:p>
            <a:pPr marL="0" indent="0" algn="l">
              <a:buNone/>
            </a:pPr>
            <a:r>
              <a:rPr lang="en-US" dirty="0"/>
              <a:t>Router(config)#ip dhcp excluded-address 192.168.10.4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238964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A226CF4-E313-4E6E-B6D8-E9647C3CC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Dhcp vlan 20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2DEC07B-17AB-45B0-831A-303EB404C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Router(dhcp-config)#ip dhcp pool vlan 20</a:t>
            </a:r>
            <a:endParaRPr lang="he-IL" dirty="0"/>
          </a:p>
          <a:p>
            <a:pPr marL="0" indent="0" algn="l">
              <a:buNone/>
            </a:pPr>
            <a:r>
              <a:rPr lang="en-US" dirty="0"/>
              <a:t>Router(</a:t>
            </a:r>
            <a:r>
              <a:rPr lang="en-US" dirty="0" err="1"/>
              <a:t>dhcp</a:t>
            </a:r>
            <a:r>
              <a:rPr lang="en-US" dirty="0"/>
              <a:t>-config)#network 192.168.20.0 255.255.255.0</a:t>
            </a:r>
          </a:p>
          <a:p>
            <a:pPr marL="0" indent="0" algn="l">
              <a:buNone/>
            </a:pPr>
            <a:r>
              <a:rPr lang="en-US" dirty="0"/>
              <a:t>Router(</a:t>
            </a:r>
            <a:r>
              <a:rPr lang="en-US" dirty="0" err="1"/>
              <a:t>dhcp</a:t>
            </a:r>
            <a:r>
              <a:rPr lang="en-US" dirty="0"/>
              <a:t>-config)#default-router 192.168.20.1</a:t>
            </a:r>
            <a:endParaRPr lang="he-IL" dirty="0"/>
          </a:p>
          <a:p>
            <a:pPr marL="0" indent="0" algn="l">
              <a:buNone/>
            </a:pPr>
            <a:r>
              <a:rPr lang="en-US" dirty="0"/>
              <a:t>Router(</a:t>
            </a:r>
            <a:r>
              <a:rPr lang="en-US" dirty="0" err="1"/>
              <a:t>dhcp</a:t>
            </a:r>
            <a:r>
              <a:rPr lang="en-US" dirty="0"/>
              <a:t>-config)#</a:t>
            </a:r>
            <a:r>
              <a:rPr lang="en-US" dirty="0" err="1"/>
              <a:t>dns</a:t>
            </a:r>
            <a:r>
              <a:rPr lang="en-US" dirty="0"/>
              <a:t>-server 1.1.1.1</a:t>
            </a:r>
            <a:endParaRPr lang="he-IL" dirty="0"/>
          </a:p>
          <a:p>
            <a:pPr marL="0" indent="0" algn="l">
              <a:buNone/>
            </a:pPr>
            <a:r>
              <a:rPr lang="en-US" dirty="0"/>
              <a:t>Router(</a:t>
            </a:r>
            <a:r>
              <a:rPr lang="en-US" dirty="0" err="1"/>
              <a:t>dhcp</a:t>
            </a:r>
            <a:r>
              <a:rPr lang="en-US" dirty="0"/>
              <a:t>-config)#exit </a:t>
            </a:r>
          </a:p>
          <a:p>
            <a:pPr marL="0" indent="0" algn="l">
              <a:buNone/>
            </a:pPr>
            <a:r>
              <a:rPr lang="en-US" dirty="0"/>
              <a:t>Router(config)#ip dhcp excluded-address 192.168.20.1</a:t>
            </a:r>
          </a:p>
          <a:p>
            <a:pPr marL="0" indent="0" algn="l">
              <a:buNone/>
            </a:pPr>
            <a:r>
              <a:rPr lang="en-US" dirty="0"/>
              <a:t>Router(config)#ip dhcp excluded-address 192.168.20.2</a:t>
            </a:r>
          </a:p>
          <a:p>
            <a:pPr marL="0" indent="0" algn="l">
              <a:buNone/>
            </a:pPr>
            <a:r>
              <a:rPr lang="en-US" dirty="0"/>
              <a:t>Router(config)#ip dhcp excluded-address 192.168.20.3</a:t>
            </a:r>
          </a:p>
          <a:p>
            <a:pPr marL="0" indent="0" algn="l">
              <a:buNone/>
            </a:pPr>
            <a:r>
              <a:rPr lang="en-US" dirty="0"/>
              <a:t>Router(config)#ip dhcp excluded-address 192.168.20.4</a:t>
            </a:r>
          </a:p>
          <a:p>
            <a:pPr marL="0" indent="0" algn="l">
              <a:buNone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967928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79A46F1-9552-4346-9B72-8531D68D9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Router#show ip dhcp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898CAC0-88EF-4B28-920F-718B4D88B0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dirty="0"/>
              <a:t>Router#show ip dhcp binding 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427316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246124-7EEA-4107-9025-9AB9C4948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dirty="0"/>
              <a:t>הקימו טופולוגיה זו </a:t>
            </a:r>
            <a:br>
              <a:rPr lang="he-IL" sz="3600" dirty="0"/>
            </a:br>
            <a:r>
              <a:rPr lang="he-IL" sz="3600" dirty="0"/>
              <a:t>והגדירו וילנים בהתאם ושרת </a:t>
            </a:r>
            <a:r>
              <a:rPr lang="en-US" sz="3600" dirty="0"/>
              <a:t>dhcp</a:t>
            </a:r>
            <a:endParaRPr lang="he-IL" sz="3600" dirty="0"/>
          </a:p>
        </p:txBody>
      </p:sp>
      <p:pic>
        <p:nvPicPr>
          <p:cNvPr id="5" name="מציין מיקום תוכן 4">
            <a:extLst>
              <a:ext uri="{FF2B5EF4-FFF2-40B4-BE49-F238E27FC236}">
                <a16:creationId xmlns:a16="http://schemas.microsoft.com/office/drawing/2014/main" id="{EA842440-7C20-4EA2-B260-1D9D6B08CE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552" y="2193925"/>
            <a:ext cx="11662912" cy="4508800"/>
          </a:xfrm>
        </p:spPr>
      </p:pic>
    </p:spTree>
    <p:extLst>
      <p:ext uri="{BB962C8B-B14F-4D97-AF65-F5344CB8AC3E}">
        <p14:creationId xmlns:p14="http://schemas.microsoft.com/office/powerpoint/2010/main" val="30985146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F45F8C9-A522-4330-B53D-37A8E0B1E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בעיות ????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4A66BBB-8B19-49C1-B626-E5207F8C2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למה וילאן 20 לא מקבל כתובות ???</a:t>
            </a:r>
          </a:p>
          <a:p>
            <a:r>
              <a:rPr lang="he-IL" dirty="0"/>
              <a:t>פתרונות יתקבלו בברכה....</a:t>
            </a:r>
          </a:p>
        </p:txBody>
      </p:sp>
    </p:spTree>
    <p:extLst>
      <p:ext uri="{BB962C8B-B14F-4D97-AF65-F5344CB8AC3E}">
        <p14:creationId xmlns:p14="http://schemas.microsoft.com/office/powerpoint/2010/main" val="1126276551"/>
      </p:ext>
    </p:extLst>
  </p:cSld>
  <p:clrMapOvr>
    <a:masterClrMapping/>
  </p:clrMapOvr>
</p:sld>
</file>

<file path=ppt/theme/theme1.xml><?xml version="1.0" encoding="utf-8"?>
<a:theme xmlns:a="http://schemas.openxmlformats.org/drawingml/2006/main" name="שובל אדים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TM04033937[[fn=שובל אדים]]</Template>
  <TotalTime>881</TotalTime>
  <Words>266</Words>
  <Application>Microsoft Office PowerPoint</Application>
  <PresentationFormat>מסך רחב</PresentationFormat>
  <Paragraphs>42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Times New Roman</vt:lpstr>
      <vt:lpstr>שובל אדים</vt:lpstr>
      <vt:lpstr>Vlan dhcp</vt:lpstr>
      <vt:lpstr>הקימו רשת בטופולוגיה זו  צרו וילאנים בסוייץ 10 ו 20 ושייכו את הממשקים בהתאם  trunk fa/07</vt:lpstr>
      <vt:lpstr>הדלקת ממשק </vt:lpstr>
      <vt:lpstr>יצירת סאב אינטרפייס וכימוס ל וילאן 10</vt:lpstr>
      <vt:lpstr>יצירת סאב אינטרפייס וכימוס ל וילאן 20</vt:lpstr>
      <vt:lpstr>Dhcp vlan 10</vt:lpstr>
      <vt:lpstr>Dhcp vlan 20</vt:lpstr>
      <vt:lpstr>Router#show ip dhcp</vt:lpstr>
      <vt:lpstr>הקימו טופולוגיה זו  והגדירו וילנים בהתאם ושרת dhcp</vt:lpstr>
      <vt:lpstr>בעיות ????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Vlan dhcp</dc:title>
  <dc:creator>Administrator</dc:creator>
  <cp:lastModifiedBy>eli</cp:lastModifiedBy>
  <cp:revision>8</cp:revision>
  <dcterms:created xsi:type="dcterms:W3CDTF">2022-06-14T09:36:29Z</dcterms:created>
  <dcterms:modified xsi:type="dcterms:W3CDTF">2022-06-21T07:41:42Z</dcterms:modified>
</cp:coreProperties>
</file>