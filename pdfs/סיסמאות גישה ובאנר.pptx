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3" r:id="rId7"/>
    <p:sldId id="260" r:id="rId8"/>
    <p:sldId id="264" r:id="rId9"/>
    <p:sldId id="266" r:id="rId10"/>
    <p:sldId id="262" r:id="rId11"/>
    <p:sldId id="267" r:id="rId12"/>
    <p:sldId id="268" r:id="rId13"/>
    <p:sldId id="270" r:id="rId14"/>
    <p:sldId id="271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348F9A-4A16-409A-89D1-E0837AA4E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86" y="1803405"/>
            <a:ext cx="9224513" cy="965674"/>
          </a:xfrm>
        </p:spPr>
        <p:txBody>
          <a:bodyPr/>
          <a:lstStyle/>
          <a:p>
            <a:r>
              <a:rPr lang="he-IL" dirty="0"/>
              <a:t>סיסמאות גישה ובאנר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8E3C5-3A9C-40D4-8BA0-83FFD1CD930F}"/>
              </a:ext>
            </a:extLst>
          </p:cNvPr>
          <p:cNvSpPr txBox="1"/>
          <p:nvPr/>
        </p:nvSpPr>
        <p:spPr>
          <a:xfrm>
            <a:off x="1699404" y="4701396"/>
            <a:ext cx="142859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400" dirty="0"/>
              <a:t>מרצה : אלי אוחנה</a:t>
            </a:r>
          </a:p>
        </p:txBody>
      </p:sp>
    </p:spTree>
    <p:extLst>
      <p:ext uri="{BB962C8B-B14F-4D97-AF65-F5344CB8AC3E}">
        <p14:creationId xmlns:p14="http://schemas.microsoft.com/office/powerpoint/2010/main" val="3963830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4B4C27-1A40-421C-94AB-44C023EB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סיסמאות גישה ובאנר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41ACAC5-93D9-4EA9-929B-1D31734E4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בפאקט טרייסר אנחנו מקליקים על רכיב על מנת לבצע הגדרות ב </a:t>
            </a:r>
            <a:r>
              <a:rPr lang="en-US" dirty="0"/>
              <a:t>cli </a:t>
            </a:r>
          </a:p>
          <a:p>
            <a:r>
              <a:rPr lang="he-IL" dirty="0"/>
              <a:t>בעולם האמיתי נתחבר לרכיב עם  כבל קונסול או בטלנט</a:t>
            </a:r>
          </a:p>
        </p:txBody>
      </p:sp>
    </p:spTree>
    <p:extLst>
      <p:ext uri="{BB962C8B-B14F-4D97-AF65-F5344CB8AC3E}">
        <p14:creationId xmlns:p14="http://schemas.microsoft.com/office/powerpoint/2010/main" val="87431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995ECA-16EB-4231-9E78-B77CC38B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D42E214-38A4-4460-8C60-68C28706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914400"/>
          </a:xfrm>
        </p:spPr>
        <p:txBody>
          <a:bodyPr/>
          <a:lstStyle/>
          <a:p>
            <a:r>
              <a:rPr lang="he-IL" dirty="0"/>
              <a:t>הגדרות ראשונות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D6FB8E8-413C-4B7A-9F8D-0F1E4F085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749" y="3429000"/>
            <a:ext cx="9535885" cy="266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8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678532-F4F9-4EEF-9B84-7D169702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שינוי שם הרכיב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8A8D0665-DBBE-4970-9CA3-8F5F4EFCD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120" y="3758344"/>
            <a:ext cx="8791303" cy="895475"/>
          </a:xfrm>
        </p:spPr>
      </p:pic>
    </p:spTree>
    <p:extLst>
      <p:ext uri="{BB962C8B-B14F-4D97-AF65-F5344CB8AC3E}">
        <p14:creationId xmlns:p14="http://schemas.microsoft.com/office/powerpoint/2010/main" val="400585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68971E-F403-467C-98BD-EC66EF53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סיסמה </a:t>
            </a:r>
            <a:r>
              <a:rPr lang="en-US" dirty="0"/>
              <a:t>enable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926A69A-46B5-4421-BED9-2C651A77F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password 12345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3825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99D8A9-1636-4981-80BC-EBA93E0E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צפייה בהגדרות 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A750A724-6161-40F2-956B-5EEAB68FD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789" y="3791686"/>
            <a:ext cx="9640387" cy="828791"/>
          </a:xfrm>
        </p:spPr>
      </p:pic>
    </p:spTree>
    <p:extLst>
      <p:ext uri="{BB962C8B-B14F-4D97-AF65-F5344CB8AC3E}">
        <p14:creationId xmlns:p14="http://schemas.microsoft.com/office/powerpoint/2010/main" val="219341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0F7CCA-2550-4A14-A10D-95ABAEE5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סיסמה מוצפנת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B96F27DB-2D22-43BB-9591-EF1294D72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544" y="3815502"/>
            <a:ext cx="10045336" cy="2023595"/>
          </a:xfrm>
        </p:spPr>
      </p:pic>
    </p:spTree>
    <p:extLst>
      <p:ext uri="{BB962C8B-B14F-4D97-AF65-F5344CB8AC3E}">
        <p14:creationId xmlns:p14="http://schemas.microsoft.com/office/powerpoint/2010/main" val="1783344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6E4B95-867E-485E-A905-B5A3AFF0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הצפנת סיסמאות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42A3D199-81B3-42A4-8F0B-33E818F05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229" y="3443975"/>
            <a:ext cx="9300754" cy="2355934"/>
          </a:xfrm>
        </p:spPr>
      </p:pic>
    </p:spTree>
    <p:extLst>
      <p:ext uri="{BB962C8B-B14F-4D97-AF65-F5344CB8AC3E}">
        <p14:creationId xmlns:p14="http://schemas.microsoft.com/office/powerpoint/2010/main" val="421939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4AA17DAC-04DE-46C1-846A-6A1B3795E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574" y="3334422"/>
            <a:ext cx="6096851" cy="1743318"/>
          </a:xfrm>
        </p:spPr>
      </p:pic>
    </p:spTree>
    <p:extLst>
      <p:ext uri="{BB962C8B-B14F-4D97-AF65-F5344CB8AC3E}">
        <p14:creationId xmlns:p14="http://schemas.microsoft.com/office/powerpoint/2010/main" val="100104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E12967-C1CE-463A-8027-30F88DB2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סיסמה לחיבור מרחוק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7C4EB2CD-6A62-4337-93F3-C3B812255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349" y="3239159"/>
            <a:ext cx="10186851" cy="2730567"/>
          </a:xfrm>
        </p:spPr>
      </p:pic>
    </p:spTree>
    <p:extLst>
      <p:ext uri="{BB962C8B-B14F-4D97-AF65-F5344CB8AC3E}">
        <p14:creationId xmlns:p14="http://schemas.microsoft.com/office/powerpoint/2010/main" val="280972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9D17D6-AFEF-4DF1-9D13-04D5A8FF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11730"/>
          </a:xfrm>
        </p:spPr>
        <p:txBody>
          <a:bodyPr/>
          <a:lstStyle/>
          <a:p>
            <a:r>
              <a:rPr lang="he-IL" dirty="0"/>
              <a:t>הקצאת כתובת לרכיב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427A4D9-C480-401A-8405-D2F2CFC0E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302" y="1907374"/>
            <a:ext cx="10820400" cy="849086"/>
          </a:xfrm>
        </p:spPr>
        <p:txBody>
          <a:bodyPr/>
          <a:lstStyle/>
          <a:p>
            <a:r>
              <a:rPr lang="he-IL" dirty="0"/>
              <a:t>להתחברות ב </a:t>
            </a:r>
            <a:r>
              <a:rPr lang="en-US" dirty="0"/>
              <a:t>telnet</a:t>
            </a:r>
          </a:p>
          <a:p>
            <a:r>
              <a:rPr lang="he-IL" dirty="0"/>
              <a:t>נקצה כתובת </a:t>
            </a:r>
            <a:r>
              <a:rPr lang="en-US" dirty="0"/>
              <a:t>ip  </a:t>
            </a:r>
            <a:r>
              <a:rPr lang="he-IL" dirty="0"/>
              <a:t>  למתג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99DDD72-EB97-4DF9-9288-3DC15FDC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977" y="3187731"/>
            <a:ext cx="9548949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48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CAB978-E335-44F2-9958-53C88CC8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הקצאת כתובת לרכיב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CDD51A89-5A6D-43B1-812E-E36097F7B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835" y="3310606"/>
            <a:ext cx="10998926" cy="2332548"/>
          </a:xfrm>
        </p:spPr>
      </p:pic>
    </p:spTree>
    <p:extLst>
      <p:ext uri="{BB962C8B-B14F-4D97-AF65-F5344CB8AC3E}">
        <p14:creationId xmlns:p14="http://schemas.microsoft.com/office/powerpoint/2010/main" val="3149211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15C34B-BA78-401D-9E17-1AB1CAC7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התחברות לרכיב 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14D2D2A1-32B1-48E1-842C-EB9BB819C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760" y="3786923"/>
            <a:ext cx="7132320" cy="838317"/>
          </a:xfrm>
        </p:spPr>
      </p:pic>
    </p:spTree>
    <p:extLst>
      <p:ext uri="{BB962C8B-B14F-4D97-AF65-F5344CB8AC3E}">
        <p14:creationId xmlns:p14="http://schemas.microsoft.com/office/powerpoint/2010/main" val="3095343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64D5A9-86F2-4B24-8871-51356F28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באנר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D666E90-10CF-4D57-A114-21890309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יש מצבים בהם נרצה לפרסם הודעה ברכיב </a:t>
            </a:r>
          </a:p>
          <a:p>
            <a:r>
              <a:rPr lang="he-IL" dirty="0"/>
              <a:t>שמוצגת לכל מי שיכנס אליו</a:t>
            </a:r>
          </a:p>
          <a:p>
            <a:r>
              <a:rPr lang="he-IL" dirty="0"/>
              <a:t>בין אם זו הודעת אזהרה שמותרת הכניסה רק למורשים</a:t>
            </a:r>
          </a:p>
          <a:p>
            <a:r>
              <a:rPr lang="he-IL" dirty="0"/>
              <a:t>בין אם זו הודעת שמעדכנת את צוות ה </a:t>
            </a:r>
            <a:r>
              <a:rPr lang="en-US" dirty="0"/>
              <a:t>IT </a:t>
            </a:r>
            <a:r>
              <a:rPr lang="he-IL" dirty="0"/>
              <a:t> לגבי שנוי או עדכון שבוצע ברכיב לאחרונה</a:t>
            </a:r>
          </a:p>
          <a:p>
            <a:r>
              <a:rPr lang="he-IL" dirty="0"/>
              <a:t>או שיבוצע בתאריך מסוים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8705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14F9B3-3428-4150-A380-2E3BF922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באנר הודעת היום</a:t>
            </a:r>
            <a:br>
              <a:rPr lang="en-US" dirty="0"/>
            </a:br>
            <a:endParaRPr lang="he-IL" dirty="0"/>
          </a:p>
        </p:txBody>
      </p:sp>
      <p:pic>
        <p:nvPicPr>
          <p:cNvPr id="7" name="מציין מיקום תוכן 6">
            <a:extLst>
              <a:ext uri="{FF2B5EF4-FFF2-40B4-BE49-F238E27FC236}">
                <a16:creationId xmlns:a16="http://schemas.microsoft.com/office/drawing/2014/main" id="{22569C21-CC5C-44B1-B6CC-E7BB61673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069" y="2552578"/>
            <a:ext cx="8610600" cy="876422"/>
          </a:xfr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CE7C426A-C7B4-471A-A0CC-246C90C2F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924177"/>
            <a:ext cx="10180320" cy="36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98174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16035</TotalTime>
  <Words>112</Words>
  <Application>Microsoft Office PowerPoint</Application>
  <PresentationFormat>מסך רחב</PresentationFormat>
  <Paragraphs>26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Times New Roman</vt:lpstr>
      <vt:lpstr>שובל אדים</vt:lpstr>
      <vt:lpstr>סיסמאות גישה ובאנר</vt:lpstr>
      <vt:lpstr>סיסמאות גישה ובאנר</vt:lpstr>
      <vt:lpstr> </vt:lpstr>
      <vt:lpstr>שינוי שם הרכיב</vt:lpstr>
      <vt:lpstr>סיסמה enable</vt:lpstr>
      <vt:lpstr>צפייה בהגדרות </vt:lpstr>
      <vt:lpstr>סיסמה מוצפנת</vt:lpstr>
      <vt:lpstr>הצפנת סיסמאות</vt:lpstr>
      <vt:lpstr>מצגת של PowerPoint‏</vt:lpstr>
      <vt:lpstr>סיסמה לחיבור מרחוק</vt:lpstr>
      <vt:lpstr>הקצאת כתובת לרכיב</vt:lpstr>
      <vt:lpstr>הקצאת כתובת לרכיב</vt:lpstr>
      <vt:lpstr>התחברות לרכיב </vt:lpstr>
      <vt:lpstr>באנר</vt:lpstr>
      <vt:lpstr>באנר הודעת היום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סיסמאות גישה באנר</dc:title>
  <dc:creator>eli</dc:creator>
  <cp:lastModifiedBy>eli</cp:lastModifiedBy>
  <cp:revision>25</cp:revision>
  <dcterms:created xsi:type="dcterms:W3CDTF">2022-05-31T14:32:33Z</dcterms:created>
  <dcterms:modified xsi:type="dcterms:W3CDTF">2022-07-27T15:21:02Z</dcterms:modified>
</cp:coreProperties>
</file>