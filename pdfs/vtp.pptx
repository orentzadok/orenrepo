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2CD6321-BFEF-4CA6-9567-1E3B3E5E6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616202"/>
            <a:ext cx="11887199" cy="162559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VTP – Vlan Trucking Protocol</a:t>
            </a:r>
            <a:endParaRPr lang="he-IL" b="1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C5341DC-05CF-4233-80A7-38B4A575D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574310"/>
            <a:ext cx="9448800" cy="685800"/>
          </a:xfrm>
        </p:spPr>
        <p:txBody>
          <a:bodyPr/>
          <a:lstStyle/>
          <a:p>
            <a:r>
              <a:rPr lang="he-IL" dirty="0"/>
              <a:t>מרצה: אלי אוחנה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E360121-0040-4698-9F62-5BF7B2E4B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306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99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8BDA6B-5A26-4151-92B1-5AE6EFB5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VTP – Vlan Trucking Protocol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F7C5535-7473-45A8-BA15-28A8A3657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VTP </a:t>
            </a:r>
            <a:r>
              <a:rPr lang="he-IL" sz="2800" dirty="0"/>
              <a:t> הוא פירוש של </a:t>
            </a:r>
            <a:r>
              <a:rPr lang="en-US" sz="2800" dirty="0"/>
              <a:t>Vlan Trucking Protocol </a:t>
            </a:r>
            <a:r>
              <a:rPr lang="he-IL" sz="2800" dirty="0"/>
              <a:t>ו</a:t>
            </a:r>
          </a:p>
          <a:p>
            <a:r>
              <a:rPr lang="he-IL" sz="2800" dirty="0"/>
              <a:t>פרוטוקול לניהול בסיס נתונים  של כל הוילנים </a:t>
            </a:r>
          </a:p>
          <a:p>
            <a:r>
              <a:rPr lang="he-IL" sz="2800" dirty="0"/>
              <a:t>ברשת שמכילה כמות גדולה של מתגים</a:t>
            </a:r>
          </a:p>
          <a:p>
            <a:r>
              <a:rPr lang="he-IL" sz="2800" dirty="0"/>
              <a:t>כל מתג מפיץ מידע אודות קונפיגורציית הוילנים שלו לשאר המתגים </a:t>
            </a:r>
            <a:endParaRPr lang="en-US" sz="2800" dirty="0"/>
          </a:p>
          <a:p>
            <a:r>
              <a:rPr lang="he-IL" sz="2800" dirty="0"/>
              <a:t>ולמעשה מאפשר לנו ניהול מרכזי של הסוייצים</a:t>
            </a:r>
          </a:p>
          <a:p>
            <a:r>
              <a:rPr lang="he-IL" sz="2800" dirty="0"/>
              <a:t>חיסכון בעבודה ומניעת שגיאות בהגדרות הוילנים</a:t>
            </a:r>
          </a:p>
        </p:txBody>
      </p:sp>
    </p:spTree>
    <p:extLst>
      <p:ext uri="{BB962C8B-B14F-4D97-AF65-F5344CB8AC3E}">
        <p14:creationId xmlns:p14="http://schemas.microsoft.com/office/powerpoint/2010/main" val="2922767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C204D18-D3A8-4CDB-BBC9-0F69B3C98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456" y="334882"/>
            <a:ext cx="8610600" cy="1293028"/>
          </a:xfrm>
        </p:spPr>
        <p:txBody>
          <a:bodyPr/>
          <a:lstStyle/>
          <a:p>
            <a:r>
              <a:rPr lang="en-US" b="1" dirty="0"/>
              <a:t> VTP – Vlan Trucking Protocol</a:t>
            </a:r>
            <a:endParaRPr lang="he-IL" dirty="0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8926FB6B-1655-40DF-A17D-D6EC17485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627910"/>
            <a:ext cx="12316690" cy="523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29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0CFF1E-5239-4C7F-B65D-6FF8A711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237900"/>
            <a:ext cx="8610600" cy="745773"/>
          </a:xfrm>
        </p:spPr>
        <p:txBody>
          <a:bodyPr/>
          <a:lstStyle/>
          <a:p>
            <a:r>
              <a:rPr lang="he-IL" dirty="0"/>
              <a:t>קיימים שלושה מצבי עבודה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B917ECA-BD11-4018-BE6F-404BA601F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3164"/>
            <a:ext cx="12192000" cy="5206936"/>
          </a:xfrm>
        </p:spPr>
        <p:txBody>
          <a:bodyPr>
            <a:normAutofit/>
          </a:bodyPr>
          <a:lstStyle/>
          <a:p>
            <a:r>
              <a:rPr lang="en-US" sz="2800" dirty="0"/>
              <a:t>Server</a:t>
            </a:r>
            <a:r>
              <a:rPr lang="he-IL" sz="2800" dirty="0"/>
              <a:t> שרת – מוגדר כברירת מחדל בכל מתג תוצרת סיסקו, תפקידו לייצר, לעדכן ולמחוק </a:t>
            </a:r>
            <a:r>
              <a:rPr lang="en-US" sz="2800" dirty="0"/>
              <a:t>Vlan’s.</a:t>
            </a:r>
            <a:endParaRPr lang="he-IL" sz="2800" dirty="0"/>
          </a:p>
          <a:p>
            <a:endParaRPr lang="he-IL" sz="2800" dirty="0"/>
          </a:p>
          <a:p>
            <a:r>
              <a:rPr lang="en-US" sz="2800" dirty="0"/>
              <a:t> Client</a:t>
            </a:r>
            <a:r>
              <a:rPr lang="he-IL" sz="2800" dirty="0"/>
              <a:t>לקוח – תפקידו של הלקוח הוא לקבל את השינויים מהשרת ובמידת הצורך להעביר אותם הלאה בשרשרת, אינו מסוגל לייצר </a:t>
            </a:r>
            <a:r>
              <a:rPr lang="en-US" sz="2800" dirty="0"/>
              <a:t>Vlan’s </a:t>
            </a:r>
            <a:r>
              <a:rPr lang="he-IL" sz="2800" dirty="0"/>
              <a:t>בעצמו.</a:t>
            </a:r>
          </a:p>
          <a:p>
            <a:endParaRPr lang="he-IL" sz="2800" dirty="0"/>
          </a:p>
          <a:p>
            <a:r>
              <a:rPr lang="en-US" sz="2800" dirty="0"/>
              <a:t>Transparent</a:t>
            </a:r>
            <a:r>
              <a:rPr lang="he-IL" sz="2800" dirty="0"/>
              <a:t> שקוף – מתג המוגדר כשקוף אינו מקבל על עצמו את השינויים מהשרת אלא מייחס את עצמו כעצמאי ברשת ומסוגל לייצר לעצמו </a:t>
            </a:r>
            <a:r>
              <a:rPr lang="en-US" sz="2800" dirty="0"/>
              <a:t>Vlan’s </a:t>
            </a:r>
            <a:r>
              <a:rPr lang="he-IL" sz="2800" dirty="0"/>
              <a:t> מקומיים ומעביר הלאה את השינויים מהשרת.</a:t>
            </a:r>
          </a:p>
        </p:txBody>
      </p:sp>
    </p:spTree>
    <p:extLst>
      <p:ext uri="{BB962C8B-B14F-4D97-AF65-F5344CB8AC3E}">
        <p14:creationId xmlns:p14="http://schemas.microsoft.com/office/powerpoint/2010/main" val="239154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A4B550-9442-48A5-B6C3-094A23FC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599" y="230003"/>
            <a:ext cx="8610600" cy="1293028"/>
          </a:xfrm>
        </p:spPr>
        <p:txBody>
          <a:bodyPr/>
          <a:lstStyle/>
          <a:p>
            <a:r>
              <a:rPr lang="he-IL" dirty="0"/>
              <a:t>הגדרה </a:t>
            </a:r>
            <a:r>
              <a:rPr lang="en-US" dirty="0"/>
              <a:t>vtp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AC2293C-CFC4-4A5C-A09B-364A3E9AD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8473"/>
            <a:ext cx="12192000" cy="4930212"/>
          </a:xfrm>
        </p:spPr>
        <p:txBody>
          <a:bodyPr/>
          <a:lstStyle/>
          <a:p>
            <a:r>
              <a:rPr lang="he-IL" sz="2800" dirty="0"/>
              <a:t>על מנת להגדיר את-</a:t>
            </a:r>
            <a:r>
              <a:rPr lang="en-US" sz="2800" dirty="0"/>
              <a:t>VTP </a:t>
            </a:r>
            <a:r>
              <a:rPr lang="he-IL" sz="2800" dirty="0"/>
              <a:t>יש ליצור טופולוגיה המורכבת ממספר מתגים, הגדרת </a:t>
            </a:r>
            <a:r>
              <a:rPr lang="en-US" sz="2800" dirty="0"/>
              <a:t>Trunk </a:t>
            </a:r>
            <a:r>
              <a:rPr lang="he-IL" sz="2800" dirty="0"/>
              <a:t>בינם והגדרת תפקיד מיועד לכל אחד מהם</a:t>
            </a:r>
          </a:p>
          <a:p>
            <a:endParaRPr lang="he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08D4092-5F5E-40F1-81F2-C9A4C7881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2" y="3567112"/>
            <a:ext cx="11256817" cy="315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78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D46803A-B665-40D2-B2A0-A5D2D0C07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5030"/>
            <a:ext cx="12192000" cy="581297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sz="2800" dirty="0"/>
              <a:t>Switch(config-if)#switchport mode trunk </a:t>
            </a:r>
            <a:endParaRPr lang="he-IL" sz="2800" dirty="0"/>
          </a:p>
          <a:p>
            <a:pPr marL="0" indent="0" algn="l">
              <a:buNone/>
            </a:pPr>
            <a:r>
              <a:rPr lang="en-US" sz="2800" dirty="0"/>
              <a:t>Exit</a:t>
            </a:r>
            <a:endParaRPr lang="he-IL" sz="2800" dirty="0"/>
          </a:p>
          <a:p>
            <a:pPr marL="0" indent="0" algn="l">
              <a:buNone/>
            </a:pPr>
            <a:r>
              <a:rPr lang="en-US" sz="2800" dirty="0"/>
              <a:t>Switch(config)#vtp mode server </a:t>
            </a:r>
          </a:p>
          <a:p>
            <a:pPr marL="0" indent="0" algn="l">
              <a:buNone/>
            </a:pPr>
            <a:r>
              <a:rPr lang="en-US" sz="2800" dirty="0"/>
              <a:t>Server(config)#vtp domain Eli</a:t>
            </a:r>
          </a:p>
          <a:p>
            <a:pPr marL="0" indent="0" algn="l">
              <a:buNone/>
            </a:pPr>
            <a:r>
              <a:rPr lang="he-IL" sz="2800" dirty="0"/>
              <a:t>לאחר אישור הפקודה נקבל את הודעת האישור:</a:t>
            </a:r>
          </a:p>
          <a:p>
            <a:pPr marL="0" indent="0" algn="l">
              <a:buNone/>
            </a:pPr>
            <a:r>
              <a:rPr lang="en-US" sz="2800" dirty="0"/>
              <a:t>Changing VTP domain name from NULL to Eli</a:t>
            </a:r>
          </a:p>
          <a:p>
            <a:pPr marL="0" indent="0" algn="l">
              <a:buNone/>
            </a:pPr>
            <a:r>
              <a:rPr lang="en-US" sz="2800" dirty="0"/>
              <a:t>Server(config)#vtp password 12345</a:t>
            </a:r>
          </a:p>
          <a:p>
            <a:pPr marL="0" indent="0" algn="l">
              <a:buNone/>
            </a:pPr>
            <a:r>
              <a:rPr lang="he-IL" sz="2800" dirty="0"/>
              <a:t>לאחר אישור הפקודה נקבל את הודעת האישור:</a:t>
            </a:r>
          </a:p>
          <a:p>
            <a:pPr marL="0" indent="0" algn="l">
              <a:buNone/>
            </a:pPr>
            <a:r>
              <a:rPr lang="en-US" sz="2800" dirty="0"/>
              <a:t>Setting device VLAN database password to 12345</a:t>
            </a:r>
          </a:p>
          <a:p>
            <a:pPr marL="0" indent="0" algn="l">
              <a:buNone/>
            </a:pPr>
            <a:endParaRPr lang="en-US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5D6AC81-4032-4CB2-9B99-A204901EE1B0}"/>
              </a:ext>
            </a:extLst>
          </p:cNvPr>
          <p:cNvSpPr/>
          <p:nvPr/>
        </p:nvSpPr>
        <p:spPr>
          <a:xfrm>
            <a:off x="4646645" y="277200"/>
            <a:ext cx="6531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/>
              <a:t>VTP Server</a:t>
            </a:r>
            <a:endParaRPr lang="he-IL" sz="3200" b="1" dirty="0"/>
          </a:p>
        </p:txBody>
      </p:sp>
    </p:spTree>
    <p:extLst>
      <p:ext uri="{BB962C8B-B14F-4D97-AF65-F5344CB8AC3E}">
        <p14:creationId xmlns:p14="http://schemas.microsoft.com/office/powerpoint/2010/main" val="372460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487600F-CB13-4770-A54A-CE637703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Transparent</a:t>
            </a:r>
            <a:r>
              <a:rPr lang="he-IL" b="1" dirty="0"/>
              <a:t> </a:t>
            </a:r>
            <a:r>
              <a:rPr lang="en-US" b="1" dirty="0"/>
              <a:t>vtp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BD754E9-3902-4364-A19C-9DF74AF78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sz="2800" dirty="0"/>
              <a:t>Switch(config-if)#switchport mode trunk </a:t>
            </a:r>
          </a:p>
          <a:p>
            <a:pPr marL="0" indent="0" algn="l">
              <a:buNone/>
            </a:pPr>
            <a:r>
              <a:rPr lang="en-US" sz="2800" dirty="0"/>
              <a:t>Exit</a:t>
            </a:r>
          </a:p>
          <a:p>
            <a:pPr marL="0" indent="0" algn="l">
              <a:buNone/>
            </a:pPr>
            <a:endParaRPr lang="en-US" sz="2800" dirty="0"/>
          </a:p>
          <a:p>
            <a:pPr marL="0" indent="0" algn="l">
              <a:buNone/>
            </a:pPr>
            <a:r>
              <a:rPr lang="en-US" sz="2800" dirty="0"/>
              <a:t>Switch(config)#vtp mode transparent </a:t>
            </a:r>
            <a:endParaRPr lang="he-IL" sz="2800" dirty="0"/>
          </a:p>
          <a:p>
            <a:pPr marL="0" indent="0" algn="l">
              <a:buNone/>
            </a:pPr>
            <a:endParaRPr lang="he-IL" sz="2800" dirty="0"/>
          </a:p>
          <a:p>
            <a:pPr marL="0" indent="0" algn="l">
              <a:buNone/>
            </a:pPr>
            <a:r>
              <a:rPr lang="en-US" sz="2800" dirty="0"/>
              <a:t>Switch(config)#vtp password 12345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170926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642D66-8F8E-4584-80BE-859BFA39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vtp client 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E78D472-F105-4E0B-8756-F4C09F9AD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800" dirty="0"/>
              <a:t>Switch(config-if)#switchport mode trunk </a:t>
            </a:r>
          </a:p>
          <a:p>
            <a:pPr marL="0" indent="0" algn="l">
              <a:buNone/>
            </a:pPr>
            <a:r>
              <a:rPr lang="en-US" sz="2800" dirty="0"/>
              <a:t>Exit</a:t>
            </a:r>
            <a:endParaRPr lang="he-IL" sz="2800" dirty="0"/>
          </a:p>
          <a:p>
            <a:pPr marL="0" indent="0" algn="l">
              <a:buNone/>
            </a:pPr>
            <a:endParaRPr lang="he-IL" sz="2800" dirty="0"/>
          </a:p>
          <a:p>
            <a:pPr marL="0" indent="0" algn="l">
              <a:buNone/>
            </a:pPr>
            <a:r>
              <a:rPr lang="en-US" sz="2800" dirty="0"/>
              <a:t>Switch(config)#vtp mode client </a:t>
            </a:r>
            <a:endParaRPr lang="he-IL" sz="2800" dirty="0"/>
          </a:p>
          <a:p>
            <a:pPr marL="0" indent="0" algn="l">
              <a:buNone/>
            </a:pPr>
            <a:r>
              <a:rPr lang="en-US" sz="2800" dirty="0"/>
              <a:t>Switch(config)#vtp domain eli</a:t>
            </a:r>
            <a:endParaRPr lang="he-IL" sz="2800" dirty="0"/>
          </a:p>
          <a:p>
            <a:pPr marL="0" indent="0" algn="l">
              <a:buNone/>
            </a:pPr>
            <a:r>
              <a:rPr lang="en-US" sz="2800" dirty="0"/>
              <a:t>Switch(config)#vtp password 12345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05266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4D570D4-A86D-4A82-B22B-F681E731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פקודות </a:t>
            </a:r>
            <a:r>
              <a:rPr lang="en-US" dirty="0"/>
              <a:t>show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9E7E69C-CFDB-4B83-82D2-2C314DA52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Show vtp password </a:t>
            </a:r>
            <a:r>
              <a:rPr lang="he-IL" dirty="0"/>
              <a:t>  הצגת סיסמה</a:t>
            </a:r>
          </a:p>
          <a:p>
            <a:pPr marL="0" indent="0">
              <a:buNone/>
            </a:pPr>
            <a:r>
              <a:rPr lang="en-US" dirty="0"/>
              <a:t>Show vtp status</a:t>
            </a:r>
            <a:r>
              <a:rPr lang="he-IL" dirty="0"/>
              <a:t>          בדיקת הגדרות</a:t>
            </a:r>
          </a:p>
          <a:p>
            <a:pPr marL="0" indent="0">
              <a:buNone/>
            </a:pPr>
            <a:r>
              <a:rPr lang="en-US" dirty="0"/>
              <a:t>Configuration Revision</a:t>
            </a:r>
            <a:r>
              <a:rPr lang="he-IL" dirty="0"/>
              <a:t> עדכונים שהתקבלו</a:t>
            </a:r>
          </a:p>
        </p:txBody>
      </p:sp>
    </p:spTree>
    <p:extLst>
      <p:ext uri="{BB962C8B-B14F-4D97-AF65-F5344CB8AC3E}">
        <p14:creationId xmlns:p14="http://schemas.microsoft.com/office/powerpoint/2010/main" val="438762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5C202A-8CE6-4246-9ACB-BB3D86CA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הקימו טופולוגיה זו 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167EAE61-CF85-4C7F-B540-F7DFD07FC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380891"/>
            <a:ext cx="10820400" cy="4140679"/>
          </a:xfrm>
        </p:spPr>
      </p:pic>
    </p:spTree>
    <p:extLst>
      <p:ext uri="{BB962C8B-B14F-4D97-AF65-F5344CB8AC3E}">
        <p14:creationId xmlns:p14="http://schemas.microsoft.com/office/powerpoint/2010/main" val="342033932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740</TotalTime>
  <Words>302</Words>
  <Application>Microsoft Office PowerPoint</Application>
  <PresentationFormat>מסך רחב</PresentationFormat>
  <Paragraphs>49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Times New Roman</vt:lpstr>
      <vt:lpstr>שובל אדים</vt:lpstr>
      <vt:lpstr> VTP – Vlan Trucking Protocol</vt:lpstr>
      <vt:lpstr> VTP – Vlan Trucking Protocol</vt:lpstr>
      <vt:lpstr> VTP – Vlan Trucking Protocol</vt:lpstr>
      <vt:lpstr>קיימים שלושה מצבי עבודה</vt:lpstr>
      <vt:lpstr>הגדרה vtp</vt:lpstr>
      <vt:lpstr>מצגת של PowerPoint‏</vt:lpstr>
      <vt:lpstr>Transparent vtp</vt:lpstr>
      <vt:lpstr>vtp client </vt:lpstr>
      <vt:lpstr>פקודות show</vt:lpstr>
      <vt:lpstr>הקימו טופולוגיה זו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VTP – Vlan Trucking Protocol</dc:title>
  <dc:creator>Administrator</dc:creator>
  <cp:lastModifiedBy>eli</cp:lastModifiedBy>
  <cp:revision>19</cp:revision>
  <dcterms:created xsi:type="dcterms:W3CDTF">2022-06-15T07:28:40Z</dcterms:created>
  <dcterms:modified xsi:type="dcterms:W3CDTF">2022-07-03T19:26:58Z</dcterms:modified>
</cp:coreProperties>
</file>