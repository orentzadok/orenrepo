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6941411F-580F-44C3-B0FE-DCD2CA06C3D7}" type="datetimeFigureOut">
              <a:rPr lang="he-IL" smtClean="0"/>
              <a:t>כ"ו/תמוז/תשפ"ב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8BC4AFCC-A27A-4631-9CB2-D4D185B7BEA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59730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7/25/2022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7/25/2022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7/25/2022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7/25/2022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7/25/2022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7/25/2022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015169B-9374-467E-8F51-756E790D2D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he-IL" sz="5400" b="1" dirty="0"/>
              <a:t>אבטחת ממשקים </a:t>
            </a:r>
            <a:br>
              <a:rPr lang="he-IL" sz="5400" b="1" dirty="0"/>
            </a:br>
            <a:r>
              <a:rPr lang="en-US" sz="5400" b="1" dirty="0"/>
              <a:t>port-security</a:t>
            </a:r>
            <a:endParaRPr lang="he-IL" sz="5400" b="1" dirty="0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0A3A700F-CEFC-4774-90B9-844325CE10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506259"/>
            <a:ext cx="9448800" cy="1316317"/>
          </a:xfrm>
        </p:spPr>
        <p:txBody>
          <a:bodyPr>
            <a:normAutofit/>
          </a:bodyPr>
          <a:lstStyle/>
          <a:p>
            <a:r>
              <a:rPr lang="he-IL" sz="1800" dirty="0"/>
              <a:t>מרצה : אלי אוחנה</a:t>
            </a:r>
          </a:p>
        </p:txBody>
      </p:sp>
    </p:spTree>
    <p:extLst>
      <p:ext uri="{BB962C8B-B14F-4D97-AF65-F5344CB8AC3E}">
        <p14:creationId xmlns:p14="http://schemas.microsoft.com/office/powerpoint/2010/main" val="1908215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4D2CB93-2DC1-401C-8CB7-09F4DFA9A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b="1" dirty="0"/>
              <a:t>אבטחת ממשקים </a:t>
            </a:r>
            <a:br>
              <a:rPr lang="he-IL" b="1" dirty="0"/>
            </a:br>
            <a:r>
              <a:rPr lang="en-US" b="1" dirty="0"/>
              <a:t>port-security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8B60A37-0590-4C49-B8BC-752428B72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יש מצבים בהם יש צורך באבטחת המתגים כדי למנוע חיבור לרשת שלנו עיי גורמים לא מורשים</a:t>
            </a:r>
          </a:p>
          <a:p>
            <a:r>
              <a:rPr lang="he-IL" dirty="0"/>
              <a:t>או למנוע חיבור ציוד לרשת שיכול להיות נגוע  ויכול להדביק את כל המחשבים ברשת </a:t>
            </a:r>
          </a:p>
          <a:p>
            <a:r>
              <a:rPr lang="he-IL" dirty="0"/>
              <a:t>ניתן לשייך באופן אוטומטי את כתובת ה- </a:t>
            </a:r>
            <a:r>
              <a:rPr lang="en-US" dirty="0"/>
              <a:t>MAC </a:t>
            </a:r>
            <a:r>
              <a:rPr lang="he-IL" dirty="0"/>
              <a:t> לממשק ע"י זיהוי כתובת ה- </a:t>
            </a:r>
            <a:r>
              <a:rPr lang="en-US" dirty="0"/>
              <a:t>MAC </a:t>
            </a:r>
            <a:r>
              <a:rPr lang="he-IL" dirty="0"/>
              <a:t>של הרכיב המחובר כעת לפורט שאותו אנו מאבטחים מצב </a:t>
            </a:r>
            <a:r>
              <a:rPr lang="en-US" dirty="0"/>
              <a:t>mac-address sticky.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219791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3B7059-929B-4F84-A4B0-AF9132B09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b="1" dirty="0"/>
              <a:t>אבטחת ממשקים </a:t>
            </a:r>
            <a:br>
              <a:rPr lang="he-IL" b="1" dirty="0"/>
            </a:br>
            <a:r>
              <a:rPr lang="en-US" b="1" dirty="0"/>
              <a:t>port-security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40E5F4B-C210-453F-928F-19D841E43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 </a:t>
            </a:r>
            <a:r>
              <a:rPr lang="he-IL" b="1" dirty="0"/>
              <a:t>שלוש אפשרויות של חסימה</a:t>
            </a:r>
            <a:r>
              <a:rPr lang="he-IL" dirty="0"/>
              <a:t> </a:t>
            </a:r>
            <a:r>
              <a:rPr lang="en-US" dirty="0"/>
              <a:t>Port-Security Violation:</a:t>
            </a:r>
            <a:endParaRPr lang="he-IL" dirty="0"/>
          </a:p>
          <a:p>
            <a:endParaRPr lang="he-IL" dirty="0"/>
          </a:p>
          <a:p>
            <a:pPr fontAlgn="base"/>
            <a:r>
              <a:rPr lang="he-IL" b="1" dirty="0"/>
              <a:t>חסימת כיבוי – </a:t>
            </a:r>
            <a:r>
              <a:rPr lang="en-US" b="1" dirty="0"/>
              <a:t>Shutdown.  </a:t>
            </a:r>
            <a:r>
              <a:rPr lang="he-IL" b="1" dirty="0"/>
              <a:t> </a:t>
            </a:r>
            <a:r>
              <a:rPr lang="he-IL" dirty="0"/>
              <a:t>הממשק כבה כאשר מזהה רכיב לא מזוהה.</a:t>
            </a:r>
          </a:p>
          <a:p>
            <a:pPr fontAlgn="base"/>
            <a:r>
              <a:rPr lang="he-IL" b="1" dirty="0"/>
              <a:t>חסימת</a:t>
            </a:r>
            <a:r>
              <a:rPr lang="he-IL" dirty="0"/>
              <a:t> </a:t>
            </a:r>
            <a:r>
              <a:rPr lang="en-US" dirty="0"/>
              <a:t> </a:t>
            </a:r>
            <a:r>
              <a:rPr lang="en-US" b="1" dirty="0"/>
              <a:t>Restrict – </a:t>
            </a:r>
            <a:r>
              <a:rPr lang="he-IL" dirty="0"/>
              <a:t>חסימה החוסמת קבלת מידע מרכיב שאינו משויך לפורט וגם רושמת "עבירה" במד העבירות </a:t>
            </a:r>
            <a:r>
              <a:rPr lang="en-US" dirty="0"/>
              <a:t>Security Violation Counter).</a:t>
            </a:r>
          </a:p>
          <a:p>
            <a:pPr fontAlgn="base"/>
            <a:r>
              <a:rPr lang="he-IL" b="1" dirty="0"/>
              <a:t>חסימת</a:t>
            </a:r>
            <a:r>
              <a:rPr lang="he-IL" dirty="0"/>
              <a:t> </a:t>
            </a:r>
            <a:r>
              <a:rPr lang="en-US" b="1" dirty="0"/>
              <a:t>Protect – </a:t>
            </a:r>
            <a:r>
              <a:rPr lang="he-IL" dirty="0"/>
              <a:t>חסימה החוסמת קבלת מידע מרכיב שאינו משויך לפורט ולא רושמת דיווח.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668467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B888E41-DDE8-48CE-978C-E7CCD2EA3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b="1" dirty="0"/>
              <a:t>מאפייני </a:t>
            </a:r>
            <a:r>
              <a:rPr lang="en-US" b="1" dirty="0"/>
              <a:t>Port-Security</a:t>
            </a:r>
            <a:br>
              <a:rPr lang="en-US" b="1" dirty="0"/>
            </a:br>
            <a:endParaRPr lang="he-IL" b="1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09E619B-6034-4822-81F9-6BC7D7E5E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he-IL" dirty="0"/>
              <a:t>כדי להגדיר </a:t>
            </a:r>
            <a:r>
              <a:rPr lang="en-US" dirty="0"/>
              <a:t>Port Security </a:t>
            </a:r>
            <a:r>
              <a:rPr lang="he-IL" dirty="0"/>
              <a:t>הממשקים צריכים להיות בדרך כלל ב- </a:t>
            </a:r>
            <a:r>
              <a:rPr lang="en-US" dirty="0"/>
              <a:t>Access.</a:t>
            </a:r>
          </a:p>
          <a:p>
            <a:pPr fontAlgn="base"/>
            <a:r>
              <a:rPr lang="he-IL" dirty="0"/>
              <a:t>ברירות המחדל המוגדרות במצב </a:t>
            </a:r>
            <a:r>
              <a:rPr lang="en-US" dirty="0"/>
              <a:t>Port Security:</a:t>
            </a:r>
            <a:endParaRPr lang="he-IL" dirty="0"/>
          </a:p>
          <a:p>
            <a:pPr fontAlgn="base"/>
            <a:r>
              <a:rPr lang="he-IL" dirty="0"/>
              <a:t>האבטחה היא על מצב </a:t>
            </a:r>
            <a:r>
              <a:rPr lang="en-US" dirty="0"/>
              <a:t>Shutdown.</a:t>
            </a:r>
          </a:p>
          <a:p>
            <a:pPr fontAlgn="base"/>
            <a:r>
              <a:rPr lang="he-IL" dirty="0"/>
              <a:t>אבטחת ממשקים המחוברים לסוויצ'ים, ראוטרים וכו' (כל רכיב שאינו מכשיר קצה) היא מעט מורכבת בגלל כמות הכתובות שיש לאפשר. לכן איננו עוסקים בכך אלא רק באבטחת ממשקים המחוברים למכשירי קצה.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181474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3482EE3-6769-47E5-A530-BC3656FAB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b="1" dirty="0"/>
              <a:t>אבטחת ממשקים </a:t>
            </a:r>
            <a:br>
              <a:rPr lang="he-IL" b="1" dirty="0"/>
            </a:br>
            <a:r>
              <a:rPr lang="en-US" b="1" dirty="0"/>
              <a:t>port-security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B9C4CBE-F607-41DE-A6E0-9C04B3782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b="1" dirty="0"/>
              <a:t>פקודות</a:t>
            </a:r>
            <a:endParaRPr lang="he-IL" dirty="0"/>
          </a:p>
          <a:p>
            <a:r>
              <a:rPr lang="he-IL" dirty="0"/>
              <a:t>הכנסת הפורטים הרצויים למצב </a:t>
            </a:r>
            <a:r>
              <a:rPr lang="en-US" dirty="0"/>
              <a:t>Access:</a:t>
            </a:r>
          </a:p>
          <a:p>
            <a:pPr algn="l" fontAlgn="base"/>
            <a:r>
              <a:rPr lang="he-IL" b="1" dirty="0">
                <a:solidFill>
                  <a:srgbClr val="666666"/>
                </a:solidFill>
                <a:latin typeface="inherit"/>
              </a:rPr>
              <a:t>הכנסת הפורטים הרצויים למצב </a:t>
            </a:r>
            <a:r>
              <a:rPr lang="en-US" b="1" dirty="0">
                <a:solidFill>
                  <a:srgbClr val="666666"/>
                </a:solidFill>
                <a:latin typeface="inherit"/>
              </a:rPr>
              <a:t>Access:</a:t>
            </a:r>
            <a:endParaRPr lang="en-US" dirty="0">
              <a:solidFill>
                <a:srgbClr val="666666"/>
              </a:solidFill>
              <a:latin typeface="Arial" panose="020B0604020202020204" pitchFamily="34" charset="0"/>
            </a:endParaRPr>
          </a:p>
          <a:p>
            <a:pPr algn="l" rtl="0" fontAlgn="base"/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</a:rPr>
              <a:t>Switch&gt;enable</a:t>
            </a:r>
            <a:br>
              <a:rPr lang="en-US" dirty="0">
                <a:solidFill>
                  <a:srgbClr val="666666"/>
                </a:solidFill>
                <a:latin typeface="Arial" panose="020B0604020202020204" pitchFamily="34" charset="0"/>
              </a:rPr>
            </a:br>
            <a:r>
              <a:rPr lang="en-US" dirty="0" err="1">
                <a:solidFill>
                  <a:srgbClr val="666666"/>
                </a:solidFill>
                <a:latin typeface="Arial" panose="020B0604020202020204" pitchFamily="34" charset="0"/>
              </a:rPr>
              <a:t>Switch#configure</a:t>
            </a: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</a:rPr>
              <a:t> terminal</a:t>
            </a:r>
            <a:br>
              <a:rPr lang="en-US" dirty="0">
                <a:solidFill>
                  <a:srgbClr val="666666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</a:rPr>
              <a:t>Switch(config)#interface </a:t>
            </a:r>
            <a:r>
              <a:rPr lang="en-US" dirty="0" err="1">
                <a:solidFill>
                  <a:srgbClr val="666666"/>
                </a:solidFill>
                <a:latin typeface="Arial" panose="020B0604020202020204" pitchFamily="34" charset="0"/>
              </a:rPr>
              <a:t>fastEthernet</a:t>
            </a: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</a:rPr>
              <a:t> 0/1</a:t>
            </a:r>
            <a:br>
              <a:rPr lang="en-US" dirty="0">
                <a:solidFill>
                  <a:srgbClr val="666666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</a:rPr>
              <a:t>Switch(config-if-range)#switchport mode access</a:t>
            </a:r>
          </a:p>
        </p:txBody>
      </p:sp>
    </p:spTree>
    <p:extLst>
      <p:ext uri="{BB962C8B-B14F-4D97-AF65-F5344CB8AC3E}">
        <p14:creationId xmlns:p14="http://schemas.microsoft.com/office/powerpoint/2010/main" val="932539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9269ADB-4AE2-474C-B442-6CCDACF95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1018903"/>
            <a:ext cx="8610600" cy="1038498"/>
          </a:xfrm>
        </p:spPr>
        <p:txBody>
          <a:bodyPr>
            <a:noAutofit/>
          </a:bodyPr>
          <a:lstStyle/>
          <a:p>
            <a:pPr fontAlgn="base"/>
            <a:r>
              <a:rPr lang="he-IL" sz="2800" b="1" dirty="0"/>
              <a:t>הגדרת אבטחת ממשקים </a:t>
            </a:r>
            <a:r>
              <a:rPr lang="en-US" sz="2800" b="1" dirty="0"/>
              <a:t> Port-Security </a:t>
            </a:r>
            <a:r>
              <a:rPr lang="he-IL" sz="2800" b="1" dirty="0"/>
              <a:t>והדבקת כתובות ה- </a:t>
            </a:r>
            <a:r>
              <a:rPr lang="en-US" sz="2800" b="1" dirty="0"/>
              <a:t>  MAC </a:t>
            </a:r>
            <a:r>
              <a:rPr lang="he-IL" sz="2800" b="1" dirty="0"/>
              <a:t>באופן אוטומטי:</a:t>
            </a:r>
            <a:br>
              <a:rPr lang="he-IL" sz="2800" dirty="0"/>
            </a:br>
            <a:br>
              <a:rPr lang="he-IL" sz="2800" dirty="0"/>
            </a:br>
            <a:endParaRPr lang="he-IL" sz="2800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A664513-C177-47E5-A459-3D9AC6EEF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707776"/>
            <a:ext cx="12048564" cy="50292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Switch(config-if-range)#switchport port-security maximum 2</a:t>
            </a:r>
            <a:r>
              <a:rPr lang="he-IL" dirty="0"/>
              <a:t> הגבלה של 2 רכיבים מחוברים ל </a:t>
            </a:r>
            <a:r>
              <a:rPr lang="en-US" dirty="0"/>
              <a:t>hub</a:t>
            </a:r>
            <a:endParaRPr lang="he-IL" dirty="0"/>
          </a:p>
          <a:p>
            <a:endParaRPr lang="en-US" dirty="0"/>
          </a:p>
          <a:p>
            <a:r>
              <a:rPr lang="en-US" dirty="0"/>
              <a:t>Switch(config-if-range)#switchport port-security</a:t>
            </a:r>
            <a:r>
              <a:rPr lang="he-IL" dirty="0"/>
              <a:t> (מחשב יחיד)</a:t>
            </a:r>
          </a:p>
          <a:p>
            <a:endParaRPr lang="en-US" dirty="0"/>
          </a:p>
          <a:p>
            <a:r>
              <a:rPr lang="en-US" dirty="0"/>
              <a:t>Switch(config-if-range)#switchport port-security mac-address sticky</a:t>
            </a:r>
            <a:r>
              <a:rPr lang="he-IL" dirty="0"/>
              <a:t>(למידה של כתובות </a:t>
            </a:r>
            <a:r>
              <a:rPr lang="en-US" dirty="0"/>
              <a:t>mac</a:t>
            </a:r>
            <a:endParaRPr lang="he-IL" dirty="0"/>
          </a:p>
          <a:p>
            <a:endParaRPr lang="he-IL" dirty="0"/>
          </a:p>
          <a:p>
            <a:r>
              <a:rPr lang="en-US" dirty="0"/>
              <a:t>switchport port-security violation shutdown</a:t>
            </a:r>
            <a:r>
              <a:rPr lang="he-IL" dirty="0"/>
              <a:t>(כיבוי הפורט כשיש הפרה .חיבור לא מורשה</a:t>
            </a:r>
          </a:p>
          <a:p>
            <a:endParaRPr lang="he-IL" dirty="0"/>
          </a:p>
          <a:p>
            <a:r>
              <a:rPr lang="en-US" dirty="0"/>
              <a:t>switchport port-security</a:t>
            </a:r>
            <a:r>
              <a:rPr lang="he-IL" dirty="0"/>
              <a:t> (להפעלת תהליך האבטחה</a:t>
            </a:r>
            <a:endParaRPr lang="en-US" dirty="0"/>
          </a:p>
          <a:p>
            <a:endParaRPr lang="en-US" dirty="0"/>
          </a:p>
          <a:p>
            <a:r>
              <a:rPr lang="he-IL" dirty="0"/>
              <a:t>ביצוע פינגים בין כל המחשבים על מנת שהסוויץ' ידביק את הכתובות.</a:t>
            </a:r>
          </a:p>
          <a:p>
            <a:r>
              <a:rPr lang="he-IL" dirty="0"/>
              <a:t>שמירת ההגדרות בסוויץ':</a:t>
            </a:r>
          </a:p>
          <a:p>
            <a:r>
              <a:rPr lang="en-US" dirty="0" err="1"/>
              <a:t>Switch#wr</a:t>
            </a:r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509424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25A2519-B5EA-4492-8AB7-C35414C96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חסימת פורטים 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A2A8D76-1DA2-4192-AE1C-EE026885A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he-IL" b="1" dirty="0">
                <a:solidFill>
                  <a:srgbClr val="666666"/>
                </a:solidFill>
                <a:latin typeface="inherit"/>
              </a:rPr>
              <a:t>רצוי לסגור פורטים שלא משתמשים בהם:</a:t>
            </a:r>
            <a:endParaRPr lang="he-IL" dirty="0">
              <a:solidFill>
                <a:srgbClr val="666666"/>
              </a:solidFill>
              <a:latin typeface="Arial" panose="020B0604020202020204" pitchFamily="34" charset="0"/>
            </a:endParaRPr>
          </a:p>
          <a:p>
            <a:pPr algn="l" rtl="0" fontAlgn="base"/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</a:rPr>
              <a:t>Switch&gt;enable</a:t>
            </a:r>
            <a:br>
              <a:rPr lang="en-US" dirty="0">
                <a:solidFill>
                  <a:srgbClr val="666666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</a:rPr>
              <a:t>Switch#configure terminal</a:t>
            </a:r>
            <a:br>
              <a:rPr lang="en-US" dirty="0">
                <a:solidFill>
                  <a:srgbClr val="666666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</a:rPr>
              <a:t>Switch(config)#interface range fa0/11-15, fa0/17-19</a:t>
            </a:r>
            <a:br>
              <a:rPr lang="en-US" dirty="0">
                <a:solidFill>
                  <a:srgbClr val="666666"/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</a:rPr>
              <a:t>Switch(config-if-range)#shutdown</a:t>
            </a:r>
          </a:p>
          <a:p>
            <a:pPr algn="l" fontAlgn="base"/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</a:rPr>
              <a:t> 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92725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878FC96-98EC-446C-B36B-D627A2EC1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b="1" dirty="0"/>
              <a:t>אבטחת ממשקים </a:t>
            </a:r>
            <a:br>
              <a:rPr lang="he-IL" b="1" dirty="0"/>
            </a:br>
            <a:r>
              <a:rPr lang="en-US" b="1" dirty="0"/>
              <a:t>port-security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47072A0-4130-45AA-AB1F-1F6AF9EFA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שינוי ההפרה הרצויה.</a:t>
            </a:r>
          </a:p>
          <a:p>
            <a:r>
              <a:rPr lang="en-US" dirty="0"/>
              <a:t>violation [protect | restrict | shutdown]</a:t>
            </a:r>
            <a:endParaRPr lang="he-IL" dirty="0"/>
          </a:p>
          <a:p>
            <a:endParaRPr lang="he-IL" dirty="0"/>
          </a:p>
          <a:p>
            <a:endParaRPr lang="he-IL" dirty="0"/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36149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7217314-5497-4AA2-82E2-D245FEEE0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he-IL" b="1" dirty="0"/>
              <a:t>פקודות </a:t>
            </a:r>
            <a:r>
              <a:rPr lang="en-US" b="1" dirty="0"/>
              <a:t>Show</a:t>
            </a:r>
            <a:br>
              <a:rPr lang="en-US" dirty="0"/>
            </a:br>
            <a:br>
              <a:rPr lang="en-US" dirty="0"/>
            </a:b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2B07BD7-7A1C-4B60-B79F-F40846F8E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פקודה המציגה את הממשקים, מצב הממשקים, מצב שיוך הממשק לכתובת ה- </a:t>
            </a:r>
            <a:endParaRPr lang="en-US" dirty="0"/>
          </a:p>
          <a:p>
            <a:r>
              <a:rPr lang="en-US" dirty="0"/>
              <a:t> MAC </a:t>
            </a:r>
            <a:r>
              <a:rPr lang="he-IL" dirty="0"/>
              <a:t>וכמות העבירות:</a:t>
            </a:r>
          </a:p>
          <a:p>
            <a:endParaRPr lang="he-IL" dirty="0"/>
          </a:p>
          <a:p>
            <a:r>
              <a:rPr lang="en-US" dirty="0" err="1"/>
              <a:t>Switch#show</a:t>
            </a:r>
            <a:r>
              <a:rPr lang="en-US" dirty="0"/>
              <a:t> port-security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657359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D910833-B461-4BFA-BDFE-0F83A827F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1188720"/>
            <a:ext cx="8610600" cy="483326"/>
          </a:xfrm>
        </p:spPr>
        <p:txBody>
          <a:bodyPr>
            <a:noAutofit/>
          </a:bodyPr>
          <a:lstStyle/>
          <a:p>
            <a:pPr rtl="0" fontAlgn="base"/>
            <a:r>
              <a:rPr lang="en-US" sz="2800" b="1" dirty="0"/>
              <a:t>Switch#show port-security interface fa0/1</a:t>
            </a:r>
            <a:br>
              <a:rPr lang="en-US" sz="2800" b="1" dirty="0"/>
            </a:br>
            <a:br>
              <a:rPr lang="en-US" sz="2800" b="1" dirty="0"/>
            </a:br>
            <a:endParaRPr lang="he-IL" sz="2800" b="1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4921860-5A95-4DD5-AD57-B38A28795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פקודה המציגה את הגדרות אבטחת ממשק ספציפי</a:t>
            </a:r>
          </a:p>
          <a:p>
            <a:endParaRPr lang="he-IL" dirty="0"/>
          </a:p>
          <a:p>
            <a:r>
              <a:rPr lang="en-US" dirty="0" err="1"/>
              <a:t>Switch#show</a:t>
            </a:r>
            <a:r>
              <a:rPr lang="en-US" dirty="0"/>
              <a:t> port-security address </a:t>
            </a:r>
            <a:endParaRPr lang="he-IL" dirty="0"/>
          </a:p>
          <a:p>
            <a:endParaRPr lang="he-IL" dirty="0"/>
          </a:p>
          <a:p>
            <a:r>
              <a:rPr lang="en-US" dirty="0" err="1"/>
              <a:t>Switch#show</a:t>
            </a:r>
            <a:r>
              <a:rPr lang="en-US" dirty="0"/>
              <a:t> port-security interface </a:t>
            </a:r>
            <a:r>
              <a:rPr lang="en-US" dirty="0" err="1"/>
              <a:t>fastEthernet</a:t>
            </a:r>
            <a:r>
              <a:rPr lang="en-US" dirty="0"/>
              <a:t> 0/1</a:t>
            </a:r>
          </a:p>
          <a:p>
            <a:endParaRPr lang="he-IL" dirty="0"/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82268301"/>
      </p:ext>
    </p:extLst>
  </p:cSld>
  <p:clrMapOvr>
    <a:masterClrMapping/>
  </p:clrMapOvr>
</p:sld>
</file>

<file path=ppt/theme/theme1.xml><?xml version="1.0" encoding="utf-8"?>
<a:theme xmlns:a="http://schemas.openxmlformats.org/drawingml/2006/main" name="שובל אדים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TM04033937[[fn=שובל אדים]]</Template>
  <TotalTime>194</TotalTime>
  <Words>445</Words>
  <Application>Microsoft Office PowerPoint</Application>
  <PresentationFormat>מסך רחב</PresentationFormat>
  <Paragraphs>57</Paragraphs>
  <Slides>10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6" baseType="lpstr">
      <vt:lpstr>Arial</vt:lpstr>
      <vt:lpstr>Calibri</vt:lpstr>
      <vt:lpstr>Century Gothic</vt:lpstr>
      <vt:lpstr>inherit</vt:lpstr>
      <vt:lpstr>Times New Roman</vt:lpstr>
      <vt:lpstr>שובל אדים</vt:lpstr>
      <vt:lpstr>אבטחת ממשקים  port-security</vt:lpstr>
      <vt:lpstr>אבטחת ממשקים  port-security</vt:lpstr>
      <vt:lpstr>אבטחת ממשקים  port-security</vt:lpstr>
      <vt:lpstr>מאפייני Port-Security </vt:lpstr>
      <vt:lpstr>אבטחת ממשקים  port-security</vt:lpstr>
      <vt:lpstr>הגדרת אבטחת ממשקים  Port-Security והדבקת כתובות ה-   MAC באופן אוטומטי:  </vt:lpstr>
      <vt:lpstr>חסימת פורטים </vt:lpstr>
      <vt:lpstr>אבטחת ממשקים  port-security</vt:lpstr>
      <vt:lpstr>פקודות Show  </vt:lpstr>
      <vt:lpstr>Switch#show port-security interface fa0/1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אבטחת ממשקים  port-security</dc:title>
  <dc:creator>Administrator</dc:creator>
  <cp:lastModifiedBy>eli</cp:lastModifiedBy>
  <cp:revision>13</cp:revision>
  <dcterms:created xsi:type="dcterms:W3CDTF">2022-06-07T09:03:43Z</dcterms:created>
  <dcterms:modified xsi:type="dcterms:W3CDTF">2022-07-25T18:14:34Z</dcterms:modified>
</cp:coreProperties>
</file>